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Lexend SemiBold"/>
      <p:regular r:id="rId36"/>
      <p:bold r:id="rId37"/>
    </p:embeddedFont>
    <p:embeddedFont>
      <p:font typeface="Lexend Light"/>
      <p:regular r:id="rId38"/>
      <p:bold r:id="rId39"/>
    </p:embeddedFont>
    <p:embeddedFont>
      <p:font typeface="Lexend Medium"/>
      <p:regular r:id="rId40"/>
      <p:bold r:id="rId41"/>
    </p:embeddedFont>
    <p:embeddedFont>
      <p:font typeface="Lexend"/>
      <p:regular r:id="rId42"/>
      <p:bold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13D4CF-FD6D-4F2C-BE6B-8F1AE8A94E03}">
  <a:tblStyle styleId="{2C13D4CF-FD6D-4F2C-BE6B-8F1AE8A94E0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exendMedium-regular.fntdata"/><Relationship Id="rId20" Type="http://schemas.openxmlformats.org/officeDocument/2006/relationships/slide" Target="slides/slide14.xml"/><Relationship Id="rId42" Type="http://schemas.openxmlformats.org/officeDocument/2006/relationships/font" Target="fonts/Lexend-regular.fntdata"/><Relationship Id="rId41" Type="http://schemas.openxmlformats.org/officeDocument/2006/relationships/font" Target="fonts/LexendMedium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Lexend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LexendSemiBold-bold.fntdata"/><Relationship Id="rId14" Type="http://schemas.openxmlformats.org/officeDocument/2006/relationships/slide" Target="slides/slide8.xml"/><Relationship Id="rId36" Type="http://schemas.openxmlformats.org/officeDocument/2006/relationships/font" Target="fonts/LexendSemiBold-regular.fntdata"/><Relationship Id="rId17" Type="http://schemas.openxmlformats.org/officeDocument/2006/relationships/slide" Target="slides/slide11.xml"/><Relationship Id="rId39" Type="http://schemas.openxmlformats.org/officeDocument/2006/relationships/font" Target="fonts/LexendLight-bold.fntdata"/><Relationship Id="rId16" Type="http://schemas.openxmlformats.org/officeDocument/2006/relationships/slide" Target="slides/slide10.xml"/><Relationship Id="rId38" Type="http://schemas.openxmlformats.org/officeDocument/2006/relationships/font" Target="fonts/LexendLight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g3ef5a6587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3" name="Google Shape;1863;g3ef5a6587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g3ef5a65873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2" name="Google Shape;1902;g3ef5a65873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7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g3ef5a65873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9" name="Google Shape;1929;g3ef5a65873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4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g3f2d603ea0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6" name="Google Shape;1956;g3f2d603ea0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0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3ef5a65873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3ef5a65873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g3ef5a65873e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8" name="Google Shape;2068;g3ef5a65873e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8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g3ef5a65873e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0" name="Google Shape;2090;g3ef5a65873e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0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g3ef5a65873e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2" name="Google Shape;2112;g3ef5a65873e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g3ef5a65873e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3" name="Google Shape;2123;g3ef5a65873e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g3ef5a65873e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2" name="Google Shape;2152;g3ef5a65873e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8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Google Shape;2239;g3ef5a65873e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0" name="Google Shape;2240;g3ef5a65873e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4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g3ef5a65873e_0_2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6" name="Google Shape;2256;g3ef5a65873e_0_2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6" name="Shape 2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7" name="Google Shape;2267;g3ef5a65873e_0_2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8" name="Google Shape;2268;g3ef5a65873e_0_2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3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4" name="Google Shape;2284;g3ef5a65873e_0_2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5" name="Google Shape;2285;g3ef5a65873e_0_2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9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g3ef5a65873e_0_2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1" name="Google Shape;2291;g3ef5a65873e_0_2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4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g3ef5a65873e_0_2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6" name="Google Shape;2316;g3ef5a65873e_0_2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4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Google Shape;2345;g3f004d0bb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6" name="Google Shape;2346;g3f004d0bb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3" name="Shape 2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4" name="Google Shape;2354;g3f004d0bb25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5" name="Google Shape;2355;g3f004d0bb25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2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3f004d0bb2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3f004d0bb2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1" name="Shape 2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g3f004d0bb2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3" name="Google Shape;2373;g3f004d0bb2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0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Google Shape;2381;g3f004d0bb25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2" name="Google Shape;2382;g3f004d0bb25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9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g3f2d603ea0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1" name="Google Shape;2391;g3f2d603ea0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4" name="Shape 2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5" name="Google Shape;2395;g3ef5a65873e_0_30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6" name="Google Shape;2396;g3ef5a65873e_0_3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2" name="Shape 2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Google Shape;2403;g3ef5a65873e_0_30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4" name="Google Shape;2404;g3ef5a65873e_0_3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9" name="Shape 2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0" name="Google Shape;2410;g3f2d603ea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1" name="Google Shape;2411;g3f2d603ea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4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Google Shape;2415;g3ef5a65873e_0_30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6" name="Google Shape;2416;g3ef5a65873e_0_3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0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Google Shape;2421;g3f2d603ea0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2" name="Google Shape;2422;g3f2d603ea0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5" name="Shape 2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Google Shape;2426;g3f2d603ea0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7" name="Google Shape;2427;g3f2d603ea0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0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g3f2d603ea0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2" name="Google Shape;2432;g3f2d603ea0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solid with header">
  <p:cSld name="CUSTOM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3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4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3168">
          <p15:clr>
            <a:srgbClr val="E46962"/>
          </p15:clr>
        </p15:guide>
        <p15:guide id="3" orient="horz" pos="936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id with header">
  <p:cSld name="CUSTOM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9" name="Google Shape;19;p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8" name="Google Shape;78;p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0" name="Google Shape;80;p3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" name="Google Shape;81;p3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2" name="Google Shape;82;p3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4" type="subTitle"/>
          </p:nvPr>
        </p:nvSpPr>
        <p:spPr>
          <a:xfrm>
            <a:off x="5767125" y="572700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"/>
          <p:cNvSpPr txBox="1"/>
          <p:nvPr>
            <p:ph type="title"/>
          </p:nvPr>
        </p:nvSpPr>
        <p:spPr>
          <a:xfrm>
            <a:off x="208725" y="344175"/>
            <a:ext cx="5340900" cy="18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header">
  <p:cSld name="CUSTOM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7" name="Google Shape;87;p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6" name="Google Shape;146;p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8" name="Google Shape;148;p4"/>
          <p:cNvSpPr txBox="1"/>
          <p:nvPr>
            <p:ph type="title"/>
          </p:nvPr>
        </p:nvSpPr>
        <p:spPr>
          <a:xfrm>
            <a:off x="1579100" y="491225"/>
            <a:ext cx="4966200" cy="7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" name="Google Shape;149;p4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4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4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orient="horz" pos="720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with header">
  <p:cSld name="CUSTOM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4" name="Google Shape;154;p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3" name="Google Shape;213;p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5" name="Google Shape;215;p5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5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7" name="Google Shape;217;p5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5"/>
          <p:cNvSpPr txBox="1"/>
          <p:nvPr>
            <p:ph idx="4" type="subTitle"/>
          </p:nvPr>
        </p:nvSpPr>
        <p:spPr>
          <a:xfrm>
            <a:off x="516425" y="2548200"/>
            <a:ext cx="37362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5"/>
          <p:cNvSpPr txBox="1"/>
          <p:nvPr>
            <p:ph idx="5" type="subTitle"/>
          </p:nvPr>
        </p:nvSpPr>
        <p:spPr>
          <a:xfrm>
            <a:off x="5128850" y="2548200"/>
            <a:ext cx="36795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5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">
  <p:cSld name="CUSTOM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23" name="Google Shape;223;p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4" name="Google Shape;224;p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5" name="Google Shape;225;p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8" name="Google Shape;228;p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0" name="Google Shape;230;p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" name="Google Shape;236;p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7" name="Google Shape;237;p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0" name="Google Shape;240;p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4" name="Google Shape;244;p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6" name="Google Shape;246;p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8" name="Google Shape;248;p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0" name="Google Shape;250;p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1" name="Google Shape;251;p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2" name="Google Shape;252;p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4" name="Google Shape;254;p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5" name="Google Shape;255;p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6" name="Google Shape;256;p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7" name="Google Shape;257;p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8" name="Google Shape;258;p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9" name="Google Shape;259;p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0" name="Google Shape;260;p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1" name="Google Shape;261;p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2" name="Google Shape;262;p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3" name="Google Shape;263;p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4" name="Google Shape;264;p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5" name="Google Shape;265;p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6" name="Google Shape;266;p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7" name="Google Shape;267;p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8" name="Google Shape;268;p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9" name="Google Shape;269;p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0" name="Google Shape;270;p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1" name="Google Shape;271;p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2" name="Google Shape;272;p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3" name="Google Shape;273;p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4" name="Google Shape;274;p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6" name="Google Shape;276;p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7" name="Google Shape;277;p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82" name="Google Shape;282;p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84" name="Google Shape;284;p6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5" name="Google Shape;285;p6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6" name="Google Shape;286;p6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7" name="Google Shape;287;p6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boxes with header">
  <p:cSld name="CUSTOM_1_1_1_1_1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90" name="Google Shape;290;p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1" name="Google Shape;291;p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" name="Google Shape;292;p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" name="Google Shape;293;p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4" name="Google Shape;294;p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5" name="Google Shape;295;p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" name="Google Shape;296;p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7" name="Google Shape;297;p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8" name="Google Shape;298;p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9" name="Google Shape;299;p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0" name="Google Shape;300;p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1" name="Google Shape;301;p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2" name="Google Shape;302;p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6" name="Google Shape;306;p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7" name="Google Shape;307;p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6" name="Google Shape;316;p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1" name="Google Shape;321;p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2" name="Google Shape;322;p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3" name="Google Shape;323;p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7" name="Google Shape;327;p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8" name="Google Shape;328;p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1" name="Google Shape;331;p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2" name="Google Shape;332;p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5" name="Google Shape;335;p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6" name="Google Shape;336;p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8" name="Google Shape;348;p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49" name="Google Shape;349;p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1" name="Google Shape;351;p7"/>
          <p:cNvSpPr txBox="1"/>
          <p:nvPr>
            <p:ph type="title"/>
          </p:nvPr>
        </p:nvSpPr>
        <p:spPr>
          <a:xfrm>
            <a:off x="209775" y="468575"/>
            <a:ext cx="5016000" cy="13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2" name="Google Shape;352;p7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3" name="Google Shape;353;p7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4" name="Google Shape;354;p7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boxes with header">
  <p:cSld name="CUSTOM_1_1_1_1_1_1_1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357" name="Google Shape;357;p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8" name="Google Shape;358;p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0" name="Google Shape;360;p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1" name="Google Shape;361;p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2" name="Google Shape;362;p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3" name="Google Shape;363;p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4" name="Google Shape;364;p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5" name="Google Shape;365;p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6" name="Google Shape;366;p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7" name="Google Shape;367;p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8" name="Google Shape;368;p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0" name="Google Shape;370;p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1" name="Google Shape;371;p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2" name="Google Shape;372;p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3" name="Google Shape;373;p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4" name="Google Shape;374;p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5" name="Google Shape;375;p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6" name="Google Shape;376;p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7" name="Google Shape;377;p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9" name="Google Shape;379;p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0" name="Google Shape;380;p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1" name="Google Shape;381;p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3" name="Google Shape;383;p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4" name="Google Shape;384;p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5" name="Google Shape;385;p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6" name="Google Shape;386;p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7" name="Google Shape;387;p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8" name="Google Shape;388;p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9" name="Google Shape;389;p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0" name="Google Shape;390;p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1" name="Google Shape;391;p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2" name="Google Shape;392;p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3" name="Google Shape;393;p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4" name="Google Shape;394;p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7" name="Google Shape;397;p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8" name="Google Shape;398;p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9" name="Google Shape;399;p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0" name="Google Shape;400;p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1" name="Google Shape;401;p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2" name="Google Shape;402;p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3" name="Google Shape;403;p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4" name="Google Shape;404;p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" name="Google Shape;405;p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" name="Google Shape;406;p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" name="Google Shape;407;p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" name="Google Shape;408;p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9" name="Google Shape;409;p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0" name="Google Shape;410;p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1" name="Google Shape;411;p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2" name="Google Shape;412;p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3" name="Google Shape;413;p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4" name="Google Shape;414;p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5" name="Google Shape;415;p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16" name="Google Shape;416;p8"/>
          <p:cNvSpPr txBox="1"/>
          <p:nvPr>
            <p:ph type="title"/>
          </p:nvPr>
        </p:nvSpPr>
        <p:spPr>
          <a:xfrm>
            <a:off x="209775" y="468575"/>
            <a:ext cx="5016000" cy="6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7" name="Google Shape;417;p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418" name="Google Shape;418;p8"/>
          <p:cNvSpPr txBox="1"/>
          <p:nvPr/>
        </p:nvSpPr>
        <p:spPr>
          <a:xfrm>
            <a:off x="0" y="-39600"/>
            <a:ext cx="26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▶ </a:t>
            </a:r>
            <a:endParaRPr b="1"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8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1" name="Google Shape;421;p8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2" name="Google Shape;422;p8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3" name="Google Shape;423;p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1_1_1_1_1_1_1_1_1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oogle Shape;425;p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26" name="Google Shape;426;p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7" name="Google Shape;427;p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8" name="Google Shape;428;p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9" name="Google Shape;429;p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0" name="Google Shape;430;p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1" name="Google Shape;431;p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2" name="Google Shape;432;p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3" name="Google Shape;433;p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4" name="Google Shape;434;p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5" name="Google Shape;435;p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6" name="Google Shape;436;p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8" name="Google Shape;438;p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9" name="Google Shape;439;p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0" name="Google Shape;440;p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1" name="Google Shape;441;p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2" name="Google Shape;442;p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5" name="Google Shape;445;p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1" name="Google Shape;451;p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6" name="Google Shape;456;p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7" name="Google Shape;457;p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8" name="Google Shape;458;p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9" name="Google Shape;459;p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0" name="Google Shape;460;p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1" name="Google Shape;461;p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2" name="Google Shape;462;p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3" name="Google Shape;463;p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6" name="Google Shape;466;p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7" name="Google Shape;467;p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0" name="Google Shape;470;p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1" name="Google Shape;471;p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4" name="Google Shape;474;p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5" name="Google Shape;475;p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6" name="Google Shape;476;p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7" name="Google Shape;477;p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3" name="Google Shape;483;p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4" name="Google Shape;484;p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85" name="Google Shape;485;p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486" name="Google Shape;486;p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9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8" name="Google Shape;488;p9"/>
          <p:cNvSpPr txBox="1"/>
          <p:nvPr>
            <p:ph idx="1" type="subTitle"/>
          </p:nvPr>
        </p:nvSpPr>
        <p:spPr>
          <a:xfrm>
            <a:off x="5767125" y="425525"/>
            <a:ext cx="3238500" cy="35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9" name="Google Shape;489;p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_1_1_1_1_1_1_1_1_1_1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p1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92" name="Google Shape;492;p1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3" name="Google Shape;493;p1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4" name="Google Shape;494;p1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5" name="Google Shape;495;p1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6" name="Google Shape;496;p1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7" name="Google Shape;497;p1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8" name="Google Shape;498;p1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9" name="Google Shape;499;p1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0" name="Google Shape;500;p1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1" name="Google Shape;501;p1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2" name="Google Shape;502;p1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3" name="Google Shape;503;p1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4" name="Google Shape;504;p1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5" name="Google Shape;505;p1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6" name="Google Shape;506;p1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7" name="Google Shape;507;p1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1" name="Google Shape;511;p1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2" name="Google Shape;512;p1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3" name="Google Shape;513;p1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4" name="Google Shape;514;p1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5" name="Google Shape;515;p1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6" name="Google Shape;516;p1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7" name="Google Shape;517;p1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8" name="Google Shape;518;p1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9" name="Google Shape;519;p1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0" name="Google Shape;520;p1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1" name="Google Shape;521;p1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7" name="Google Shape;527;p1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8" name="Google Shape;528;p1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2" name="Google Shape;532;p1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3" name="Google Shape;533;p1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7" name="Google Shape;537;p1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8" name="Google Shape;538;p1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1" name="Google Shape;541;p1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2" name="Google Shape;542;p1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5" name="Google Shape;545;p1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6" name="Google Shape;546;p1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7" name="Google Shape;547;p1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8" name="Google Shape;548;p1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9" name="Google Shape;549;p1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0" name="Google Shape;550;p1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51" name="Google Shape;551;p1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552" name="Google Shape;552;p1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0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4" name="Google Shape;554;p1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_1_1_1_1_1_1_1_1_1_2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6" name="Google Shape;556;p1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557" name="Google Shape;557;p1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2" name="Google Shape;562;p1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3" name="Google Shape;563;p1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7" name="Google Shape;567;p1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8" name="Google Shape;568;p1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2" name="Google Shape;572;p1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3" name="Google Shape;573;p1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4" name="Google Shape;574;p1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5" name="Google Shape;575;p1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6" name="Google Shape;576;p1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7" name="Google Shape;577;p1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8" name="Google Shape;578;p1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9" name="Google Shape;579;p1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0" name="Google Shape;580;p1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3" name="Google Shape;583;p1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4" name="Google Shape;584;p1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5" name="Google Shape;585;p1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6" name="Google Shape;586;p1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7" name="Google Shape;587;p1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3" name="Google Shape;593;p1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4" name="Google Shape;594;p1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8" name="Google Shape;598;p1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9" name="Google Shape;599;p1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3" name="Google Shape;603;p1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4" name="Google Shape;604;p1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5" name="Google Shape;605;p1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6" name="Google Shape;606;p1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7" name="Google Shape;607;p1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8" name="Google Shape;608;p1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9" name="Google Shape;609;p1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0" name="Google Shape;610;p1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3" name="Google Shape;613;p1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4" name="Google Shape;614;p1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16" name="Google Shape;616;p1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17" name="Google Shape;617;p1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1"/>
          <p:cNvSpPr txBox="1"/>
          <p:nvPr>
            <p:ph type="title"/>
          </p:nvPr>
        </p:nvSpPr>
        <p:spPr>
          <a:xfrm>
            <a:off x="208725" y="344175"/>
            <a:ext cx="7640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9" name="Google Shape;619;p11"/>
          <p:cNvSpPr txBox="1"/>
          <p:nvPr>
            <p:ph idx="1" type="body"/>
          </p:nvPr>
        </p:nvSpPr>
        <p:spPr>
          <a:xfrm>
            <a:off x="208725" y="2320375"/>
            <a:ext cx="7353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20" name="Google Shape;620;p1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_1_1_1_1_1_1_1_1_1_2_1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2" name="Google Shape;622;p1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23" name="Google Shape;623;p1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4" name="Google Shape;624;p1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5" name="Google Shape;625;p1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6" name="Google Shape;626;p1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7" name="Google Shape;627;p1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8" name="Google Shape;628;p1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9" name="Google Shape;629;p1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0" name="Google Shape;630;p1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1" name="Google Shape;631;p1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2" name="Google Shape;632;p1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3" name="Google Shape;633;p1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4" name="Google Shape;634;p1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5" name="Google Shape;635;p1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6" name="Google Shape;636;p1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7" name="Google Shape;637;p1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8" name="Google Shape;638;p1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9" name="Google Shape;639;p1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0" name="Google Shape;640;p1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1" name="Google Shape;641;p1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2" name="Google Shape;642;p1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3" name="Google Shape;643;p1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4" name="Google Shape;644;p1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5" name="Google Shape;645;p1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6" name="Google Shape;646;p1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7" name="Google Shape;647;p1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8" name="Google Shape;648;p1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9" name="Google Shape;649;p1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0" name="Google Shape;650;p1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1" name="Google Shape;651;p1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2" name="Google Shape;652;p1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3" name="Google Shape;653;p1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4" name="Google Shape;654;p1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5" name="Google Shape;655;p1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6" name="Google Shape;656;p1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7" name="Google Shape;657;p1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8" name="Google Shape;658;p1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9" name="Google Shape;659;p1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0" name="Google Shape;660;p1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1" name="Google Shape;661;p1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2" name="Google Shape;662;p1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3" name="Google Shape;663;p1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4" name="Google Shape;664;p1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5" name="Google Shape;665;p1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6" name="Google Shape;666;p1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7" name="Google Shape;667;p1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8" name="Google Shape;668;p1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9" name="Google Shape;669;p1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0" name="Google Shape;670;p1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1" name="Google Shape;671;p1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2" name="Google Shape;672;p1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3" name="Google Shape;673;p1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4" name="Google Shape;674;p1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5" name="Google Shape;675;p1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6" name="Google Shape;676;p1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7" name="Google Shape;677;p1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8" name="Google Shape;678;p1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9" name="Google Shape;679;p1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0" name="Google Shape;680;p1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1" name="Google Shape;681;p1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82" name="Google Shape;682;p1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83" name="Google Shape;683;p1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2"/>
          <p:cNvSpPr txBox="1"/>
          <p:nvPr>
            <p:ph type="title"/>
          </p:nvPr>
        </p:nvSpPr>
        <p:spPr>
          <a:xfrm>
            <a:off x="208725" y="344175"/>
            <a:ext cx="7418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5" name="Google Shape;685;p12"/>
          <p:cNvSpPr txBox="1"/>
          <p:nvPr>
            <p:ph idx="1" type="body"/>
          </p:nvPr>
        </p:nvSpPr>
        <p:spPr>
          <a:xfrm>
            <a:off x="208725" y="2320375"/>
            <a:ext cx="4254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86" name="Google Shape;686;p12"/>
          <p:cNvSpPr txBox="1"/>
          <p:nvPr>
            <p:ph idx="2" type="body"/>
          </p:nvPr>
        </p:nvSpPr>
        <p:spPr>
          <a:xfrm>
            <a:off x="4684150" y="2320375"/>
            <a:ext cx="4254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87" name="Google Shape;687;p1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_1_1_1_1_1_1_1_1_1_2_1_1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" name="Google Shape;689;p1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90" name="Google Shape;690;p1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1" name="Google Shape;691;p1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2" name="Google Shape;692;p1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3" name="Google Shape;693;p1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4" name="Google Shape;694;p1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5" name="Google Shape;695;p1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6" name="Google Shape;696;p1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7" name="Google Shape;697;p1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8" name="Google Shape;698;p1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9" name="Google Shape;699;p1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0" name="Google Shape;700;p1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1" name="Google Shape;701;p1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2" name="Google Shape;702;p1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3" name="Google Shape;703;p1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4" name="Google Shape;704;p1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5" name="Google Shape;705;p1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6" name="Google Shape;706;p1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7" name="Google Shape;707;p1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8" name="Google Shape;708;p1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9" name="Google Shape;709;p1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0" name="Google Shape;710;p1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1" name="Google Shape;711;p1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2" name="Google Shape;712;p1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3" name="Google Shape;713;p1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4" name="Google Shape;714;p1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5" name="Google Shape;715;p1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6" name="Google Shape;716;p1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7" name="Google Shape;717;p1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8" name="Google Shape;718;p1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9" name="Google Shape;719;p1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0" name="Google Shape;720;p1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1" name="Google Shape;721;p1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2" name="Google Shape;722;p1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3" name="Google Shape;723;p1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4" name="Google Shape;724;p1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5" name="Google Shape;725;p1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6" name="Google Shape;726;p1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7" name="Google Shape;727;p1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8" name="Google Shape;728;p1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9" name="Google Shape;729;p1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0" name="Google Shape;730;p1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1" name="Google Shape;731;p1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2" name="Google Shape;732;p1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3" name="Google Shape;733;p1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4" name="Google Shape;734;p1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5" name="Google Shape;735;p1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6" name="Google Shape;736;p1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7" name="Google Shape;737;p1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8" name="Google Shape;738;p1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9" name="Google Shape;739;p1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0" name="Google Shape;740;p1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1" name="Google Shape;741;p1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2" name="Google Shape;742;p1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3" name="Google Shape;743;p1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4" name="Google Shape;744;p1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5" name="Google Shape;745;p1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6" name="Google Shape;746;p1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7" name="Google Shape;747;p1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8" name="Google Shape;748;p1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49" name="Google Shape;749;p1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50" name="Google Shape;750;p1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3"/>
          <p:cNvSpPr txBox="1"/>
          <p:nvPr>
            <p:ph type="title"/>
          </p:nvPr>
        </p:nvSpPr>
        <p:spPr>
          <a:xfrm>
            <a:off x="208725" y="344175"/>
            <a:ext cx="76011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2" name="Google Shape;752;p1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USTOM_1_1_1_1_1_1_1_1_1_1_2_1_1_1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4" name="Google Shape;754;p1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755" name="Google Shape;755;p1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6" name="Google Shape;756;p1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7" name="Google Shape;757;p1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8" name="Google Shape;758;p1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9" name="Google Shape;759;p1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0" name="Google Shape;760;p1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1" name="Google Shape;761;p1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2" name="Google Shape;762;p1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3" name="Google Shape;763;p1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4" name="Google Shape;764;p1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5" name="Google Shape;765;p1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6" name="Google Shape;766;p1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7" name="Google Shape;767;p1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8" name="Google Shape;768;p1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9" name="Google Shape;769;p1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0" name="Google Shape;770;p1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1" name="Google Shape;771;p1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2" name="Google Shape;772;p1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3" name="Google Shape;773;p1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4" name="Google Shape;774;p1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5" name="Google Shape;775;p1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6" name="Google Shape;776;p1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7" name="Google Shape;777;p1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8" name="Google Shape;778;p1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9" name="Google Shape;779;p1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0" name="Google Shape;780;p1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1" name="Google Shape;781;p1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2" name="Google Shape;782;p1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3" name="Google Shape;783;p1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4" name="Google Shape;784;p1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5" name="Google Shape;785;p1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6" name="Google Shape;786;p1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7" name="Google Shape;787;p1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8" name="Google Shape;788;p1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9" name="Google Shape;789;p1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0" name="Google Shape;790;p1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1" name="Google Shape;791;p1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2" name="Google Shape;792;p1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3" name="Google Shape;793;p1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4" name="Google Shape;794;p1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5" name="Google Shape;795;p1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6" name="Google Shape;796;p1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7" name="Google Shape;797;p1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8" name="Google Shape;798;p1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9" name="Google Shape;799;p1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0" name="Google Shape;800;p1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1" name="Google Shape;801;p1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2" name="Google Shape;802;p1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3" name="Google Shape;803;p1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4" name="Google Shape;804;p1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5" name="Google Shape;805;p1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6" name="Google Shape;806;p1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7" name="Google Shape;807;p1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8" name="Google Shape;808;p1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9" name="Google Shape;809;p1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0" name="Google Shape;810;p1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1" name="Google Shape;811;p1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2" name="Google Shape;812;p1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3" name="Google Shape;813;p1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14" name="Google Shape;814;p1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15" name="Google Shape;815;p1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4"/>
          <p:cNvSpPr txBox="1"/>
          <p:nvPr>
            <p:ph type="title"/>
          </p:nvPr>
        </p:nvSpPr>
        <p:spPr>
          <a:xfrm>
            <a:off x="208725" y="344175"/>
            <a:ext cx="5558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7" name="Google Shape;817;p14"/>
          <p:cNvSpPr txBox="1"/>
          <p:nvPr>
            <p:ph idx="1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8" name="Google Shape;818;p14"/>
          <p:cNvSpPr txBox="1"/>
          <p:nvPr>
            <p:ph idx="2" type="body"/>
          </p:nvPr>
        </p:nvSpPr>
        <p:spPr>
          <a:xfrm>
            <a:off x="208725" y="3050325"/>
            <a:ext cx="6666600" cy="18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19" name="Google Shape;819;p1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1_1_1_1_1_1_1_1_1_1_2_1_1_1_1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1" name="Google Shape;821;p1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22" name="Google Shape;822;p1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3" name="Google Shape;823;p1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4" name="Google Shape;824;p1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5" name="Google Shape;825;p1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6" name="Google Shape;826;p1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7" name="Google Shape;827;p1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8" name="Google Shape;828;p1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9" name="Google Shape;829;p1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0" name="Google Shape;830;p1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1" name="Google Shape;831;p1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2" name="Google Shape;832;p1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3" name="Google Shape;833;p1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4" name="Google Shape;834;p1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5" name="Google Shape;835;p1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6" name="Google Shape;836;p1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7" name="Google Shape;837;p1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8" name="Google Shape;838;p1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9" name="Google Shape;839;p1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0" name="Google Shape;840;p1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1" name="Google Shape;841;p1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2" name="Google Shape;842;p1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3" name="Google Shape;843;p1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4" name="Google Shape;844;p1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5" name="Google Shape;845;p1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6" name="Google Shape;846;p1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7" name="Google Shape;847;p1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8" name="Google Shape;848;p1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9" name="Google Shape;849;p1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0" name="Google Shape;850;p1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1" name="Google Shape;851;p1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2" name="Google Shape;852;p1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3" name="Google Shape;853;p1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4" name="Google Shape;854;p1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5" name="Google Shape;855;p1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6" name="Google Shape;856;p1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7" name="Google Shape;857;p1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8" name="Google Shape;858;p1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9" name="Google Shape;859;p1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0" name="Google Shape;860;p1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1" name="Google Shape;861;p1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2" name="Google Shape;862;p1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3" name="Google Shape;863;p1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4" name="Google Shape;864;p1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5" name="Google Shape;865;p1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6" name="Google Shape;866;p1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7" name="Google Shape;867;p1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8" name="Google Shape;868;p1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9" name="Google Shape;869;p1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0" name="Google Shape;870;p1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1" name="Google Shape;871;p1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2" name="Google Shape;872;p1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3" name="Google Shape;873;p1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4" name="Google Shape;874;p1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5" name="Google Shape;875;p1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6" name="Google Shape;876;p1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7" name="Google Shape;877;p1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8" name="Google Shape;878;p1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9" name="Google Shape;879;p1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0" name="Google Shape;880;p1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81" name="Google Shape;881;p1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82" name="Google Shape;882;p1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15"/>
          <p:cNvSpPr txBox="1"/>
          <p:nvPr>
            <p:ph type="title"/>
          </p:nvPr>
        </p:nvSpPr>
        <p:spPr>
          <a:xfrm>
            <a:off x="836250" y="1569150"/>
            <a:ext cx="74715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4" name="Google Shape;884;p1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87" name="Google Shape;887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8" name="Google Shape;8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2" name="Google Shape;892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3" name="Google Shape;893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94" name="Google Shape;89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_1_1_1_1_1_1_1_1_1_2_1_1_1_1_1"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6" name="Google Shape;896;p1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97" name="Google Shape;897;p1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0" name="Google Shape;900;p1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1" name="Google Shape;901;p1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2" name="Google Shape;902;p1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3" name="Google Shape;903;p1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4" name="Google Shape;904;p1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5" name="Google Shape;905;p1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6" name="Google Shape;906;p1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7" name="Google Shape;907;p1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8" name="Google Shape;908;p1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1" name="Google Shape;911;p1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2" name="Google Shape;912;p1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3" name="Google Shape;913;p1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4" name="Google Shape;914;p1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5" name="Google Shape;915;p1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6" name="Google Shape;916;p1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7" name="Google Shape;917;p1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8" name="Google Shape;918;p1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9" name="Google Shape;919;p1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0" name="Google Shape;920;p1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1" name="Google Shape;921;p1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2" name="Google Shape;922;p1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3" name="Google Shape;923;p1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4" name="Google Shape;924;p1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5" name="Google Shape;925;p1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6" name="Google Shape;926;p1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7" name="Google Shape;927;p1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8" name="Google Shape;928;p1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9" name="Google Shape;929;p1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0" name="Google Shape;930;p1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1" name="Google Shape;931;p1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2" name="Google Shape;932;p1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3" name="Google Shape;933;p1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4" name="Google Shape;934;p1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5" name="Google Shape;935;p1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6" name="Google Shape;936;p1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7" name="Google Shape;937;p1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8" name="Google Shape;938;p1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9" name="Google Shape;939;p1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0" name="Google Shape;940;p1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1" name="Google Shape;941;p1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2" name="Google Shape;942;p1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3" name="Google Shape;943;p1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4" name="Google Shape;944;p1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5" name="Google Shape;945;p1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6" name="Google Shape;946;p1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7" name="Google Shape;947;p1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8" name="Google Shape;948;p1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9" name="Google Shape;949;p1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0" name="Google Shape;950;p1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1" name="Google Shape;951;p1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2" name="Google Shape;952;p1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3" name="Google Shape;953;p1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4" name="Google Shape;954;p1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5" name="Google Shape;955;p1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56" name="Google Shape;956;p1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957" name="Google Shape;957;p1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18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9" name="Google Shape;959;p18"/>
          <p:cNvSpPr txBox="1"/>
          <p:nvPr>
            <p:ph idx="1" type="subTitle"/>
          </p:nvPr>
        </p:nvSpPr>
        <p:spPr>
          <a:xfrm>
            <a:off x="208725" y="2464950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0" name="Google Shape;960;p1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1_1_1_1_1_1_1_1_1_1_2_1_1_1_1_1_1"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" name="Google Shape;962;p1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963" name="Google Shape;963;p1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7" name="Google Shape;967;p1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8" name="Google Shape;968;p1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9" name="Google Shape;969;p1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0" name="Google Shape;970;p1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1" name="Google Shape;971;p1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2" name="Google Shape;972;p1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3" name="Google Shape;973;p1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4" name="Google Shape;974;p1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7" name="Google Shape;977;p1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8" name="Google Shape;978;p1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1" name="Google Shape;981;p1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2" name="Google Shape;982;p1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5" name="Google Shape;985;p1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6" name="Google Shape;986;p1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7" name="Google Shape;987;p1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8" name="Google Shape;988;p1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9" name="Google Shape;989;p1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0" name="Google Shape;990;p1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1" name="Google Shape;991;p1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2" name="Google Shape;992;p1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3" name="Google Shape;993;p1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4" name="Google Shape;994;p1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5" name="Google Shape;995;p1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6" name="Google Shape;996;p1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7" name="Google Shape;997;p1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8" name="Google Shape;998;p1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9" name="Google Shape;999;p1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0" name="Google Shape;1000;p1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1" name="Google Shape;1001;p1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2" name="Google Shape;1002;p1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3" name="Google Shape;1003;p1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4" name="Google Shape;1004;p1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5" name="Google Shape;1005;p1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6" name="Google Shape;1006;p1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7" name="Google Shape;1007;p1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8" name="Google Shape;1008;p1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9" name="Google Shape;1009;p1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0" name="Google Shape;1010;p1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1" name="Google Shape;1011;p1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2" name="Google Shape;1012;p1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3" name="Google Shape;1013;p1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4" name="Google Shape;1014;p1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5" name="Google Shape;1015;p1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6" name="Google Shape;1016;p1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7" name="Google Shape;1017;p1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8" name="Google Shape;1018;p1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9" name="Google Shape;1019;p1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0" name="Google Shape;1020;p1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1" name="Google Shape;1021;p1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22" name="Google Shape;1022;p1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23" name="Google Shape;1023;p1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19"/>
          <p:cNvSpPr txBox="1"/>
          <p:nvPr>
            <p:ph idx="1" type="body"/>
          </p:nvPr>
        </p:nvSpPr>
        <p:spPr>
          <a:xfrm>
            <a:off x="1578900" y="1135050"/>
            <a:ext cx="5986200" cy="28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25" name="Google Shape;1025;p1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_1_1_1_1_1_1_1_1_1_2_1_1_1_1_1_1_1"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oogle Shape;1027;p2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28" name="Google Shape;1028;p2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4" name="Google Shape;1034;p2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5" name="Google Shape;1035;p2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9" name="Google Shape;1039;p2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0" name="Google Shape;1040;p2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4" name="Google Shape;1044;p2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5" name="Google Shape;1045;p2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6" name="Google Shape;1046;p2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7" name="Google Shape;1047;p2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8" name="Google Shape;1048;p2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9" name="Google Shape;1049;p2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0" name="Google Shape;1050;p2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1" name="Google Shape;1051;p2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4" name="Google Shape;1054;p2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5" name="Google Shape;1055;p2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8" name="Google Shape;1058;p2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9" name="Google Shape;1059;p2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2" name="Google Shape;1062;p2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3" name="Google Shape;1063;p2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4" name="Google Shape;1064;p2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5" name="Google Shape;1065;p2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6" name="Google Shape;1066;p2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7" name="Google Shape;1067;p2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8" name="Google Shape;1068;p2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9" name="Google Shape;1069;p2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0" name="Google Shape;1070;p2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1" name="Google Shape;1071;p2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2" name="Google Shape;1072;p2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3" name="Google Shape;1073;p2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4" name="Google Shape;1074;p2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5" name="Google Shape;1075;p2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6" name="Google Shape;1076;p2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7" name="Google Shape;1077;p2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8" name="Google Shape;1078;p2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9" name="Google Shape;1079;p2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0" name="Google Shape;1080;p2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1" name="Google Shape;1081;p2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2" name="Google Shape;1082;p2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3" name="Google Shape;1083;p2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4" name="Google Shape;1084;p2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5" name="Google Shape;1085;p2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6" name="Google Shape;1086;p2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87" name="Google Shape;1087;p2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88" name="Google Shape;1088;p2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20"/>
          <p:cNvSpPr txBox="1"/>
          <p:nvPr>
            <p:ph idx="1" type="body"/>
          </p:nvPr>
        </p:nvSpPr>
        <p:spPr>
          <a:xfrm>
            <a:off x="2919350" y="1423650"/>
            <a:ext cx="5986200" cy="28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90" name="Google Shape;1090;p20"/>
          <p:cNvSpPr txBox="1"/>
          <p:nvPr>
            <p:ph type="title"/>
          </p:nvPr>
        </p:nvSpPr>
        <p:spPr>
          <a:xfrm>
            <a:off x="221150" y="1423650"/>
            <a:ext cx="2510100" cy="22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1" name="Google Shape;1091;p2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grid">
  <p:cSld name="CUSTOM_1_1_1_1_1_1_1_1_1_1_2_1_1_1_1_1_1_1_1"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3" name="Google Shape;1093;p2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94" name="Google Shape;1094;p2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5" name="Google Shape;1095;p2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6" name="Google Shape;1096;p2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7" name="Google Shape;1097;p2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8" name="Google Shape;1098;p2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9" name="Google Shape;1099;p2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0" name="Google Shape;1100;p2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1" name="Google Shape;1101;p2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2" name="Google Shape;1102;p2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3" name="Google Shape;1103;p2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4" name="Google Shape;1104;p2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5" name="Google Shape;1105;p2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6" name="Google Shape;1106;p2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7" name="Google Shape;1107;p2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8" name="Google Shape;1108;p2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9" name="Google Shape;1109;p2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0" name="Google Shape;1110;p2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1" name="Google Shape;1111;p2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2" name="Google Shape;1112;p2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3" name="Google Shape;1113;p2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4" name="Google Shape;1114;p2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5" name="Google Shape;1115;p2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6" name="Google Shape;1116;p2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7" name="Google Shape;1117;p2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8" name="Google Shape;1118;p2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9" name="Google Shape;1119;p2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0" name="Google Shape;1120;p2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1" name="Google Shape;1121;p2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2" name="Google Shape;1122;p2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3" name="Google Shape;1123;p2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4" name="Google Shape;1124;p2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5" name="Google Shape;1125;p2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6" name="Google Shape;1126;p2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7" name="Google Shape;1127;p2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8" name="Google Shape;1128;p2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9" name="Google Shape;1129;p2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0" name="Google Shape;1130;p2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1" name="Google Shape;1131;p2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2" name="Google Shape;1132;p2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3" name="Google Shape;1133;p2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4" name="Google Shape;1134;p2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5" name="Google Shape;1135;p2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6" name="Google Shape;1136;p2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7" name="Google Shape;1137;p2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8" name="Google Shape;1138;p2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9" name="Google Shape;1139;p2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0" name="Google Shape;1140;p2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1" name="Google Shape;1141;p2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2" name="Google Shape;1142;p2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3" name="Google Shape;1143;p2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4" name="Google Shape;1144;p2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5" name="Google Shape;1145;p2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6" name="Google Shape;1146;p2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7" name="Google Shape;1147;p2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8" name="Google Shape;1148;p2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9" name="Google Shape;1149;p2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0" name="Google Shape;1150;p2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1" name="Google Shape;1151;p2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2" name="Google Shape;1152;p2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53" name="Google Shape;1153;p2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154" name="Google Shape;1154;p2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2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_1_1_1_1_1_1_1_1_1_2_1_1_1_1_1_1_1_1_1"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2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158" name="Google Shape;1158;p2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2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_1_1_1_1_1_1_1_1_1_2_1_1_1_1_1_1_1_1_1_1"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2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162" name="Google Shape;1162;p2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163" name="Google Shape;1163;p2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5" name="Google Shape;1165;p2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6" name="Google Shape;1166;p2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0" name="Google Shape;1170;p2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1" name="Google Shape;1171;p2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5" name="Google Shape;1175;p2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6" name="Google Shape;1176;p2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9" name="Google Shape;1179;p2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0" name="Google Shape;1180;p2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3" name="Google Shape;1183;p2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4" name="Google Shape;1184;p2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5" name="Google Shape;1185;p2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6" name="Google Shape;1186;p2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7" name="Google Shape;1187;p2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8" name="Google Shape;1188;p2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9" name="Google Shape;1189;p2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0" name="Google Shape;1190;p2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1" name="Google Shape;1191;p2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2" name="Google Shape;1192;p2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3" name="Google Shape;1193;p2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4" name="Google Shape;1194;p2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5" name="Google Shape;1195;p2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6" name="Google Shape;1196;p2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7" name="Google Shape;1197;p2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8" name="Google Shape;1198;p2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9" name="Google Shape;1199;p2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0" name="Google Shape;1200;p2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1" name="Google Shape;1201;p2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2" name="Google Shape;1202;p2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3" name="Google Shape;1203;p2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4" name="Google Shape;1204;p2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5" name="Google Shape;1205;p2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6" name="Google Shape;1206;p2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7" name="Google Shape;1207;p2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8" name="Google Shape;1208;p2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9" name="Google Shape;1209;p2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0" name="Google Shape;1210;p2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1" name="Google Shape;1211;p2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2" name="Google Shape;1212;p2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3" name="Google Shape;1213;p2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4" name="Google Shape;1214;p2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5" name="Google Shape;1215;p2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6" name="Google Shape;1216;p2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7" name="Google Shape;1217;p2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8" name="Google Shape;1218;p2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9" name="Google Shape;1219;p2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0" name="Google Shape;1220;p2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1" name="Google Shape;1221;p2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22" name="Google Shape;1222;p2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23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4" name="Google Shape;1224;p23"/>
          <p:cNvSpPr txBox="1"/>
          <p:nvPr>
            <p:ph idx="1" type="subTitle"/>
          </p:nvPr>
        </p:nvSpPr>
        <p:spPr>
          <a:xfrm>
            <a:off x="20872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5" name="Google Shape;1225;p23"/>
          <p:cNvSpPr txBox="1"/>
          <p:nvPr>
            <p:ph idx="2" type="subTitle"/>
          </p:nvPr>
        </p:nvSpPr>
        <p:spPr>
          <a:xfrm>
            <a:off x="3281550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6" name="Google Shape;1226;p23"/>
          <p:cNvSpPr txBox="1"/>
          <p:nvPr>
            <p:ph idx="3" type="subTitle"/>
          </p:nvPr>
        </p:nvSpPr>
        <p:spPr>
          <a:xfrm>
            <a:off x="635437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7" name="Google Shape;1227;p23"/>
          <p:cNvSpPr txBox="1"/>
          <p:nvPr>
            <p:ph idx="4" type="subTitle"/>
          </p:nvPr>
        </p:nvSpPr>
        <p:spPr>
          <a:xfrm>
            <a:off x="208725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8" name="Google Shape;1228;p23"/>
          <p:cNvSpPr txBox="1"/>
          <p:nvPr>
            <p:ph idx="5" type="subTitle"/>
          </p:nvPr>
        </p:nvSpPr>
        <p:spPr>
          <a:xfrm>
            <a:off x="3281550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9" name="Google Shape;1229;p23"/>
          <p:cNvSpPr txBox="1"/>
          <p:nvPr>
            <p:ph idx="6" type="subTitle"/>
          </p:nvPr>
        </p:nvSpPr>
        <p:spPr>
          <a:xfrm>
            <a:off x="6354375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0" name="Google Shape;1230;p2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_1_1_1_1_1_1_1_1_1_2_1_1_1_1_1_1_1_1_1_1_1"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2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233" name="Google Shape;1233;p2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234" name="Google Shape;1234;p2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5" name="Google Shape;1235;p2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6" name="Google Shape;1236;p2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7" name="Google Shape;1237;p2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8" name="Google Shape;1238;p2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9" name="Google Shape;1239;p2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0" name="Google Shape;1240;p2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1" name="Google Shape;1241;p2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2" name="Google Shape;1242;p2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3" name="Google Shape;1243;p2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4" name="Google Shape;1244;p2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5" name="Google Shape;1245;p2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6" name="Google Shape;1246;p2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7" name="Google Shape;1247;p2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8" name="Google Shape;1248;p2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9" name="Google Shape;1249;p2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0" name="Google Shape;1250;p2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1" name="Google Shape;1251;p2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2" name="Google Shape;1252;p2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3" name="Google Shape;1253;p2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4" name="Google Shape;1254;p2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5" name="Google Shape;1255;p2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6" name="Google Shape;1256;p2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7" name="Google Shape;1257;p2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8" name="Google Shape;1258;p2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9" name="Google Shape;1259;p2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0" name="Google Shape;1260;p2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1" name="Google Shape;1261;p2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2" name="Google Shape;1262;p2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3" name="Google Shape;1263;p2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4" name="Google Shape;1264;p2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5" name="Google Shape;1265;p2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6" name="Google Shape;1266;p2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7" name="Google Shape;1267;p2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8" name="Google Shape;1268;p2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9" name="Google Shape;1269;p2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0" name="Google Shape;1270;p2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1" name="Google Shape;1271;p2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2" name="Google Shape;1272;p2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3" name="Google Shape;1273;p2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4" name="Google Shape;1274;p2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5" name="Google Shape;1275;p2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6" name="Google Shape;1276;p2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7" name="Google Shape;1277;p2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8" name="Google Shape;1278;p2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9" name="Google Shape;1279;p2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0" name="Google Shape;1280;p2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1" name="Google Shape;1281;p2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2" name="Google Shape;1282;p2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3" name="Google Shape;1283;p2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4" name="Google Shape;1284;p2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5" name="Google Shape;1285;p2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6" name="Google Shape;1286;p2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7" name="Google Shape;1287;p2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8" name="Google Shape;1288;p2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9" name="Google Shape;1289;p2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0" name="Google Shape;1290;p2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1" name="Google Shape;1291;p2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2" name="Google Shape;1292;p2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93" name="Google Shape;1293;p2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24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5" name="Google Shape;1295;p24"/>
          <p:cNvSpPr txBox="1"/>
          <p:nvPr>
            <p:ph idx="1" type="body"/>
          </p:nvPr>
        </p:nvSpPr>
        <p:spPr>
          <a:xfrm>
            <a:off x="208725" y="2304400"/>
            <a:ext cx="33528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96" name="Google Shape;1296;p24"/>
          <p:cNvSpPr/>
          <p:nvPr>
            <p:ph idx="2" type="pic"/>
          </p:nvPr>
        </p:nvSpPr>
        <p:spPr>
          <a:xfrm>
            <a:off x="3769050" y="2304400"/>
            <a:ext cx="5156700" cy="25686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297" name="Google Shape;1297;p2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_1_1_1_1_1_1_1_1_2_1_1_1_1_1_1_1_1_1_1_1_1"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2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300" name="Google Shape;1300;p2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01" name="Google Shape;1301;p2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2" name="Google Shape;1302;p2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3" name="Google Shape;1303;p2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4" name="Google Shape;1304;p2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5" name="Google Shape;1305;p2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6" name="Google Shape;1306;p2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7" name="Google Shape;1307;p2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8" name="Google Shape;1308;p2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9" name="Google Shape;1309;p2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0" name="Google Shape;1310;p2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1" name="Google Shape;1311;p2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2" name="Google Shape;1312;p2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3" name="Google Shape;1313;p2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4" name="Google Shape;1314;p2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5" name="Google Shape;1315;p2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6" name="Google Shape;1316;p2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7" name="Google Shape;1317;p2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8" name="Google Shape;1318;p2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9" name="Google Shape;1319;p2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0" name="Google Shape;1320;p2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1" name="Google Shape;1321;p2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2" name="Google Shape;1322;p2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3" name="Google Shape;1323;p2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4" name="Google Shape;1324;p2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5" name="Google Shape;1325;p2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6" name="Google Shape;1326;p2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7" name="Google Shape;1327;p2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8" name="Google Shape;1328;p2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9" name="Google Shape;1329;p2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0" name="Google Shape;1330;p2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1" name="Google Shape;1331;p2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2" name="Google Shape;1332;p2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3" name="Google Shape;1333;p2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4" name="Google Shape;1334;p2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5" name="Google Shape;1335;p2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6" name="Google Shape;1336;p2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7" name="Google Shape;1337;p2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8" name="Google Shape;1338;p2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9" name="Google Shape;1339;p2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0" name="Google Shape;1340;p2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1" name="Google Shape;1341;p2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2" name="Google Shape;1342;p2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3" name="Google Shape;1343;p2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4" name="Google Shape;1344;p2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5" name="Google Shape;1345;p2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6" name="Google Shape;1346;p2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7" name="Google Shape;1347;p2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8" name="Google Shape;1348;p2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9" name="Google Shape;1349;p2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0" name="Google Shape;1350;p2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1" name="Google Shape;1351;p2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2" name="Google Shape;1352;p2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3" name="Google Shape;1353;p2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4" name="Google Shape;1354;p2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5" name="Google Shape;1355;p2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6" name="Google Shape;1356;p2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7" name="Google Shape;1357;p2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8" name="Google Shape;1358;p2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9" name="Google Shape;1359;p2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60" name="Google Shape;1360;p2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25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2" name="Google Shape;1362;p25"/>
          <p:cNvSpPr txBox="1"/>
          <p:nvPr>
            <p:ph idx="1" type="body"/>
          </p:nvPr>
        </p:nvSpPr>
        <p:spPr>
          <a:xfrm>
            <a:off x="1173600" y="2751950"/>
            <a:ext cx="30543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63" name="Google Shape;1363;p25"/>
          <p:cNvSpPr txBox="1"/>
          <p:nvPr>
            <p:ph idx="2" type="subTitle"/>
          </p:nvPr>
        </p:nvSpPr>
        <p:spPr>
          <a:xfrm>
            <a:off x="1173600" y="2160100"/>
            <a:ext cx="3054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4" name="Google Shape;1364;p25"/>
          <p:cNvSpPr txBox="1"/>
          <p:nvPr>
            <p:ph idx="3" type="body"/>
          </p:nvPr>
        </p:nvSpPr>
        <p:spPr>
          <a:xfrm>
            <a:off x="4916100" y="2751950"/>
            <a:ext cx="30543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65" name="Google Shape;1365;p25"/>
          <p:cNvSpPr txBox="1"/>
          <p:nvPr>
            <p:ph idx="4" type="subTitle"/>
          </p:nvPr>
        </p:nvSpPr>
        <p:spPr>
          <a:xfrm>
            <a:off x="4916100" y="2160100"/>
            <a:ext cx="3054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6" name="Google Shape;1366;p2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_1_1_1_1_1_1_1_1_1_2_1_1_1_1_1_1_1_1_1_1_1_1_1"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26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369" name="Google Shape;1369;p2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70" name="Google Shape;1370;p2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1" name="Google Shape;1371;p2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2" name="Google Shape;1372;p2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3" name="Google Shape;1373;p2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4" name="Google Shape;1374;p2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5" name="Google Shape;1375;p2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6" name="Google Shape;1376;p2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7" name="Google Shape;1377;p2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8" name="Google Shape;1378;p2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9" name="Google Shape;1379;p2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0" name="Google Shape;1380;p2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1" name="Google Shape;1381;p2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2" name="Google Shape;1382;p2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3" name="Google Shape;1383;p2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4" name="Google Shape;1384;p2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5" name="Google Shape;1385;p2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6" name="Google Shape;1386;p2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7" name="Google Shape;1387;p2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8" name="Google Shape;1388;p2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9" name="Google Shape;1389;p2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0" name="Google Shape;1390;p2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1" name="Google Shape;1391;p2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2" name="Google Shape;1392;p2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3" name="Google Shape;1393;p2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4" name="Google Shape;1394;p2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5" name="Google Shape;1395;p2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6" name="Google Shape;1396;p2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7" name="Google Shape;1397;p2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8" name="Google Shape;1398;p2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9" name="Google Shape;1399;p2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0" name="Google Shape;1400;p2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1" name="Google Shape;1401;p2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2" name="Google Shape;1402;p2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3" name="Google Shape;1403;p2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4" name="Google Shape;1404;p2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5" name="Google Shape;1405;p2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6" name="Google Shape;1406;p2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7" name="Google Shape;1407;p2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8" name="Google Shape;1408;p2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9" name="Google Shape;1409;p2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0" name="Google Shape;1410;p2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1" name="Google Shape;1411;p2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2" name="Google Shape;1412;p2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3" name="Google Shape;1413;p2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4" name="Google Shape;1414;p2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5" name="Google Shape;1415;p2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6" name="Google Shape;1416;p2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7" name="Google Shape;1417;p2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8" name="Google Shape;1418;p2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9" name="Google Shape;1419;p2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0" name="Google Shape;1420;p2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1" name="Google Shape;1421;p2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2" name="Google Shape;1422;p2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3" name="Google Shape;1423;p2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4" name="Google Shape;1424;p2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5" name="Google Shape;1425;p2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6" name="Google Shape;1426;p2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7" name="Google Shape;1427;p2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8" name="Google Shape;1428;p2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29" name="Google Shape;1429;p2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26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1" name="Google Shape;1431;p26"/>
          <p:cNvSpPr txBox="1"/>
          <p:nvPr>
            <p:ph idx="1" type="body"/>
          </p:nvPr>
        </p:nvSpPr>
        <p:spPr>
          <a:xfrm>
            <a:off x="208725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2" name="Google Shape;1432;p26"/>
          <p:cNvSpPr txBox="1"/>
          <p:nvPr>
            <p:ph idx="2" type="subTitle"/>
          </p:nvPr>
        </p:nvSpPr>
        <p:spPr>
          <a:xfrm>
            <a:off x="208725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3" name="Google Shape;1433;p26"/>
          <p:cNvSpPr txBox="1"/>
          <p:nvPr>
            <p:ph idx="3" type="body"/>
          </p:nvPr>
        </p:nvSpPr>
        <p:spPr>
          <a:xfrm>
            <a:off x="3310098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4" name="Google Shape;1434;p26"/>
          <p:cNvSpPr txBox="1"/>
          <p:nvPr>
            <p:ph idx="4" type="subTitle"/>
          </p:nvPr>
        </p:nvSpPr>
        <p:spPr>
          <a:xfrm>
            <a:off x="3310098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5" name="Google Shape;1435;p26"/>
          <p:cNvSpPr txBox="1"/>
          <p:nvPr>
            <p:ph idx="5" type="body"/>
          </p:nvPr>
        </p:nvSpPr>
        <p:spPr>
          <a:xfrm>
            <a:off x="6411471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6" name="Google Shape;1436;p26"/>
          <p:cNvSpPr txBox="1"/>
          <p:nvPr>
            <p:ph idx="6" type="subTitle"/>
          </p:nvPr>
        </p:nvSpPr>
        <p:spPr>
          <a:xfrm>
            <a:off x="6411471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7" name="Google Shape;1437;p2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">
  <p:cSld name="CUSTOM_1_1_1_1_1_1_1_1_1_1_2_1_1_1_1_1_1_1_1_1_1_1_1_1_1"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27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440" name="Google Shape;1440;p2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441" name="Google Shape;1441;p2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2" name="Google Shape;1442;p2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3" name="Google Shape;1443;p2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4" name="Google Shape;1444;p2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5" name="Google Shape;1445;p2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6" name="Google Shape;1446;p2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7" name="Google Shape;1447;p2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8" name="Google Shape;1448;p2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9" name="Google Shape;1449;p2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0" name="Google Shape;1450;p2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1" name="Google Shape;1451;p2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2" name="Google Shape;1452;p2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3" name="Google Shape;1453;p2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4" name="Google Shape;1454;p2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5" name="Google Shape;1455;p2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6" name="Google Shape;1456;p2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7" name="Google Shape;1457;p2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8" name="Google Shape;1458;p2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9" name="Google Shape;1459;p2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0" name="Google Shape;1460;p2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1" name="Google Shape;1461;p2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2" name="Google Shape;1462;p2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3" name="Google Shape;1463;p2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4" name="Google Shape;1464;p2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5" name="Google Shape;1465;p2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6" name="Google Shape;1466;p2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7" name="Google Shape;1467;p2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8" name="Google Shape;1468;p2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9" name="Google Shape;1469;p2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0" name="Google Shape;1470;p2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1" name="Google Shape;1471;p2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2" name="Google Shape;1472;p2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3" name="Google Shape;1473;p2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4" name="Google Shape;1474;p2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5" name="Google Shape;1475;p2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6" name="Google Shape;1476;p2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7" name="Google Shape;1477;p2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8" name="Google Shape;1478;p2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9" name="Google Shape;1479;p2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0" name="Google Shape;1480;p2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1" name="Google Shape;1481;p2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2" name="Google Shape;1482;p2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3" name="Google Shape;1483;p2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4" name="Google Shape;1484;p2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5" name="Google Shape;1485;p2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6" name="Google Shape;1486;p2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7" name="Google Shape;1487;p2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8" name="Google Shape;1488;p2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9" name="Google Shape;1489;p2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0" name="Google Shape;1490;p2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1" name="Google Shape;1491;p2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2" name="Google Shape;1492;p2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3" name="Google Shape;1493;p2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4" name="Google Shape;1494;p2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5" name="Google Shape;1495;p2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6" name="Google Shape;1496;p2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7" name="Google Shape;1497;p2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8" name="Google Shape;1498;p2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9" name="Google Shape;1499;p2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00" name="Google Shape;1500;p2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27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2" name="Google Shape;1502;p27"/>
          <p:cNvSpPr txBox="1"/>
          <p:nvPr>
            <p:ph idx="1" type="body"/>
          </p:nvPr>
        </p:nvSpPr>
        <p:spPr>
          <a:xfrm>
            <a:off x="208725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3" name="Google Shape;1503;p27"/>
          <p:cNvSpPr txBox="1"/>
          <p:nvPr>
            <p:ph idx="2" type="subTitle"/>
          </p:nvPr>
        </p:nvSpPr>
        <p:spPr>
          <a:xfrm>
            <a:off x="208725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4" name="Google Shape;1504;p27"/>
          <p:cNvSpPr txBox="1"/>
          <p:nvPr>
            <p:ph idx="3" type="body"/>
          </p:nvPr>
        </p:nvSpPr>
        <p:spPr>
          <a:xfrm>
            <a:off x="2500573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5" name="Google Shape;1505;p27"/>
          <p:cNvSpPr txBox="1"/>
          <p:nvPr>
            <p:ph idx="4" type="subTitle"/>
          </p:nvPr>
        </p:nvSpPr>
        <p:spPr>
          <a:xfrm>
            <a:off x="2500573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6" name="Google Shape;1506;p27"/>
          <p:cNvSpPr txBox="1"/>
          <p:nvPr>
            <p:ph idx="5" type="body"/>
          </p:nvPr>
        </p:nvSpPr>
        <p:spPr>
          <a:xfrm>
            <a:off x="4792421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7" name="Google Shape;1507;p27"/>
          <p:cNvSpPr txBox="1"/>
          <p:nvPr>
            <p:ph idx="6" type="subTitle"/>
          </p:nvPr>
        </p:nvSpPr>
        <p:spPr>
          <a:xfrm>
            <a:off x="4792421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8" name="Google Shape;1508;p27"/>
          <p:cNvSpPr txBox="1"/>
          <p:nvPr>
            <p:ph idx="7" type="body"/>
          </p:nvPr>
        </p:nvSpPr>
        <p:spPr>
          <a:xfrm>
            <a:off x="7084271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9" name="Google Shape;1509;p27"/>
          <p:cNvSpPr txBox="1"/>
          <p:nvPr>
            <p:ph idx="8" type="subTitle"/>
          </p:nvPr>
        </p:nvSpPr>
        <p:spPr>
          <a:xfrm>
            <a:off x="7084271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0" name="Google Shape;1510;p2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_1_1_1_1_1_1_1_1_1_2_1_1_1_1_1_1_1_1_1_1_1_1_1_1_1"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2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513" name="Google Shape;1513;p2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14" name="Google Shape;1514;p2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5" name="Google Shape;1515;p2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6" name="Google Shape;1516;p2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7" name="Google Shape;1517;p2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8" name="Google Shape;1518;p2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9" name="Google Shape;1519;p2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0" name="Google Shape;1520;p2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1" name="Google Shape;1521;p2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2" name="Google Shape;1522;p2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3" name="Google Shape;1523;p2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4" name="Google Shape;1524;p2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5" name="Google Shape;1525;p2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6" name="Google Shape;1526;p2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7" name="Google Shape;1527;p2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8" name="Google Shape;1528;p2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9" name="Google Shape;1529;p2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0" name="Google Shape;1530;p2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1" name="Google Shape;1531;p2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2" name="Google Shape;1532;p2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3" name="Google Shape;1533;p2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4" name="Google Shape;1534;p2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5" name="Google Shape;1535;p2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6" name="Google Shape;1536;p2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7" name="Google Shape;1537;p2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8" name="Google Shape;1538;p2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9" name="Google Shape;1539;p2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0" name="Google Shape;1540;p2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1" name="Google Shape;1541;p2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2" name="Google Shape;1542;p2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3" name="Google Shape;1543;p2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4" name="Google Shape;1544;p2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5" name="Google Shape;1545;p2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6" name="Google Shape;1546;p2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7" name="Google Shape;1547;p2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8" name="Google Shape;1548;p2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9" name="Google Shape;1549;p2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0" name="Google Shape;1550;p2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1" name="Google Shape;1551;p2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2" name="Google Shape;1552;p2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3" name="Google Shape;1553;p2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4" name="Google Shape;1554;p2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5" name="Google Shape;1555;p2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6" name="Google Shape;1556;p2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7" name="Google Shape;1557;p2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8" name="Google Shape;1558;p2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9" name="Google Shape;1559;p2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0" name="Google Shape;1560;p2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1" name="Google Shape;1561;p2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2" name="Google Shape;1562;p2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3" name="Google Shape;1563;p2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4" name="Google Shape;1564;p2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5" name="Google Shape;1565;p2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6" name="Google Shape;1566;p2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7" name="Google Shape;1567;p2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8" name="Google Shape;1568;p2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9" name="Google Shape;1569;p2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0" name="Google Shape;1570;p2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1" name="Google Shape;1571;p2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2" name="Google Shape;1572;p2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73" name="Google Shape;1573;p2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28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5" name="Google Shape;1575;p28"/>
          <p:cNvSpPr/>
          <p:nvPr>
            <p:ph idx="2" type="pic"/>
          </p:nvPr>
        </p:nvSpPr>
        <p:spPr>
          <a:xfrm>
            <a:off x="213450" y="2022825"/>
            <a:ext cx="8717100" cy="28377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576" name="Google Shape;1576;p2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_1_1_1_1_1_1_1_1_1_2_1_1_1_1_1_1_1_1_1_1_1_1_1_1_1_1"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2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579" name="Google Shape;1579;p2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80" name="Google Shape;1580;p2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1" name="Google Shape;1581;p2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2" name="Google Shape;1582;p2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3" name="Google Shape;1583;p2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4" name="Google Shape;1584;p2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5" name="Google Shape;1585;p2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6" name="Google Shape;1586;p2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7" name="Google Shape;1587;p2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8" name="Google Shape;1588;p2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9" name="Google Shape;1589;p2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0" name="Google Shape;1590;p2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1" name="Google Shape;1591;p2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2" name="Google Shape;1592;p2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3" name="Google Shape;1593;p2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4" name="Google Shape;1594;p2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5" name="Google Shape;1595;p2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6" name="Google Shape;1596;p2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7" name="Google Shape;1597;p2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8" name="Google Shape;1598;p2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9" name="Google Shape;1599;p2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0" name="Google Shape;1600;p2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1" name="Google Shape;1601;p2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2" name="Google Shape;1602;p2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3" name="Google Shape;1603;p2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4" name="Google Shape;1604;p2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5" name="Google Shape;1605;p2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6" name="Google Shape;1606;p2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7" name="Google Shape;1607;p2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8" name="Google Shape;1608;p2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9" name="Google Shape;1609;p2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0" name="Google Shape;1610;p2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1" name="Google Shape;1611;p2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2" name="Google Shape;1612;p2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3" name="Google Shape;1613;p2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4" name="Google Shape;1614;p2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5" name="Google Shape;1615;p2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6" name="Google Shape;1616;p2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7" name="Google Shape;1617;p2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8" name="Google Shape;1618;p2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9" name="Google Shape;1619;p2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0" name="Google Shape;1620;p2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1" name="Google Shape;1621;p2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2" name="Google Shape;1622;p2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3" name="Google Shape;1623;p2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4" name="Google Shape;1624;p2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5" name="Google Shape;1625;p2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6" name="Google Shape;1626;p2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7" name="Google Shape;1627;p2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8" name="Google Shape;1628;p2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9" name="Google Shape;1629;p2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0" name="Google Shape;1630;p2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1" name="Google Shape;1631;p2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2" name="Google Shape;1632;p2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3" name="Google Shape;1633;p2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4" name="Google Shape;1634;p2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5" name="Google Shape;1635;p2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6" name="Google Shape;1636;p2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7" name="Google Shape;1637;p2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8" name="Google Shape;1638;p2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39" name="Google Shape;1639;p2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29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41" name="Google Shape;1641;p29"/>
          <p:cNvSpPr txBox="1"/>
          <p:nvPr>
            <p:ph idx="1" type="body"/>
          </p:nvPr>
        </p:nvSpPr>
        <p:spPr>
          <a:xfrm>
            <a:off x="1173600" y="2391699"/>
            <a:ext cx="30543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42" name="Google Shape;1642;p29"/>
          <p:cNvSpPr txBox="1"/>
          <p:nvPr>
            <p:ph idx="2" type="subTitle"/>
          </p:nvPr>
        </p:nvSpPr>
        <p:spPr>
          <a:xfrm>
            <a:off x="1173600" y="2160100"/>
            <a:ext cx="30543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3" name="Google Shape;1643;p29"/>
          <p:cNvSpPr txBox="1"/>
          <p:nvPr>
            <p:ph idx="3" type="body"/>
          </p:nvPr>
        </p:nvSpPr>
        <p:spPr>
          <a:xfrm>
            <a:off x="4916100" y="2391699"/>
            <a:ext cx="30543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44" name="Google Shape;1644;p29"/>
          <p:cNvSpPr txBox="1"/>
          <p:nvPr>
            <p:ph idx="4" type="subTitle"/>
          </p:nvPr>
        </p:nvSpPr>
        <p:spPr>
          <a:xfrm>
            <a:off x="4916100" y="2160100"/>
            <a:ext cx="30543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5" name="Google Shape;1645;p29"/>
          <p:cNvSpPr/>
          <p:nvPr>
            <p:ph idx="5" type="pic"/>
          </p:nvPr>
        </p:nvSpPr>
        <p:spPr>
          <a:xfrm>
            <a:off x="11736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46" name="Google Shape;1646;p29"/>
          <p:cNvSpPr/>
          <p:nvPr>
            <p:ph idx="6" type="pic"/>
          </p:nvPr>
        </p:nvSpPr>
        <p:spPr>
          <a:xfrm>
            <a:off x="49161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47" name="Google Shape;1647;p2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_1_1_1_1_1_1_1_1_1_2_1_1_1_1_1_1_1_1_1_1_1_1_1_1_1_1_1"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3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650" name="Google Shape;1650;p3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651" name="Google Shape;1651;p3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2" name="Google Shape;1652;p3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3" name="Google Shape;1653;p3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4" name="Google Shape;1654;p3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5" name="Google Shape;1655;p3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6" name="Google Shape;1656;p3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7" name="Google Shape;1657;p3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8" name="Google Shape;1658;p3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9" name="Google Shape;1659;p3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0" name="Google Shape;1660;p3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1" name="Google Shape;1661;p3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2" name="Google Shape;1662;p3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3" name="Google Shape;1663;p3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4" name="Google Shape;1664;p3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5" name="Google Shape;1665;p3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6" name="Google Shape;1666;p3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7" name="Google Shape;1667;p3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8" name="Google Shape;1668;p3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9" name="Google Shape;1669;p3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0" name="Google Shape;1670;p3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1" name="Google Shape;1671;p3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2" name="Google Shape;1672;p3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3" name="Google Shape;1673;p3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4" name="Google Shape;1674;p3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5" name="Google Shape;1675;p3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6" name="Google Shape;1676;p3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7" name="Google Shape;1677;p3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8" name="Google Shape;1678;p3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9" name="Google Shape;1679;p3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0" name="Google Shape;1680;p3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1" name="Google Shape;1681;p3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2" name="Google Shape;1682;p3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3" name="Google Shape;1683;p3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4" name="Google Shape;1684;p3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5" name="Google Shape;1685;p3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6" name="Google Shape;1686;p3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7" name="Google Shape;1687;p3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8" name="Google Shape;1688;p3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9" name="Google Shape;1689;p3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0" name="Google Shape;1690;p3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1" name="Google Shape;1691;p3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2" name="Google Shape;1692;p3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3" name="Google Shape;1693;p3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4" name="Google Shape;1694;p3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5" name="Google Shape;1695;p3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6" name="Google Shape;1696;p3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7" name="Google Shape;1697;p3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8" name="Google Shape;1698;p3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9" name="Google Shape;1699;p3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0" name="Google Shape;1700;p3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1" name="Google Shape;1701;p3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2" name="Google Shape;1702;p3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3" name="Google Shape;1703;p3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4" name="Google Shape;1704;p3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5" name="Google Shape;1705;p3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6" name="Google Shape;1706;p3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7" name="Google Shape;1707;p3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8" name="Google Shape;1708;p3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9" name="Google Shape;1709;p3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10" name="Google Shape;1710;p3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30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2" name="Google Shape;1712;p30"/>
          <p:cNvSpPr txBox="1"/>
          <p:nvPr>
            <p:ph idx="1" type="body"/>
          </p:nvPr>
        </p:nvSpPr>
        <p:spPr>
          <a:xfrm>
            <a:off x="423750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3" name="Google Shape;1713;p30"/>
          <p:cNvSpPr txBox="1"/>
          <p:nvPr>
            <p:ph idx="2" type="subTitle"/>
          </p:nvPr>
        </p:nvSpPr>
        <p:spPr>
          <a:xfrm>
            <a:off x="423750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4" name="Google Shape;1714;p30"/>
          <p:cNvSpPr txBox="1"/>
          <p:nvPr>
            <p:ph idx="3" type="body"/>
          </p:nvPr>
        </p:nvSpPr>
        <p:spPr>
          <a:xfrm>
            <a:off x="3276074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5" name="Google Shape;1715;p30"/>
          <p:cNvSpPr txBox="1"/>
          <p:nvPr>
            <p:ph idx="4" type="subTitle"/>
          </p:nvPr>
        </p:nvSpPr>
        <p:spPr>
          <a:xfrm>
            <a:off x="3276071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6" name="Google Shape;1716;p30"/>
          <p:cNvSpPr/>
          <p:nvPr>
            <p:ph idx="5" type="pic"/>
          </p:nvPr>
        </p:nvSpPr>
        <p:spPr>
          <a:xfrm>
            <a:off x="423750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17" name="Google Shape;1717;p30"/>
          <p:cNvSpPr/>
          <p:nvPr>
            <p:ph idx="6" type="pic"/>
          </p:nvPr>
        </p:nvSpPr>
        <p:spPr>
          <a:xfrm>
            <a:off x="327607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18" name="Google Shape;1718;p30"/>
          <p:cNvSpPr txBox="1"/>
          <p:nvPr>
            <p:ph idx="7" type="body"/>
          </p:nvPr>
        </p:nvSpPr>
        <p:spPr>
          <a:xfrm>
            <a:off x="6128397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9" name="Google Shape;1719;p30"/>
          <p:cNvSpPr txBox="1"/>
          <p:nvPr>
            <p:ph idx="8" type="subTitle"/>
          </p:nvPr>
        </p:nvSpPr>
        <p:spPr>
          <a:xfrm>
            <a:off x="6128391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0" name="Google Shape;1720;p30"/>
          <p:cNvSpPr/>
          <p:nvPr>
            <p:ph idx="9" type="pic"/>
          </p:nvPr>
        </p:nvSpPr>
        <p:spPr>
          <a:xfrm>
            <a:off x="612839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21" name="Google Shape;1721;p3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1_1_1_1_1_1_1_2_1_1_1_1_1_1_1_1_1_1_1_1_1_1_1_1_1_1"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3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724" name="Google Shape;1724;p3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725" name="Google Shape;1725;p3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6" name="Google Shape;1726;p3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7" name="Google Shape;1727;p3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8" name="Google Shape;1728;p3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9" name="Google Shape;1729;p3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0" name="Google Shape;1730;p3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1" name="Google Shape;1731;p3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2" name="Google Shape;1732;p3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3" name="Google Shape;1733;p3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4" name="Google Shape;1734;p3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5" name="Google Shape;1735;p3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6" name="Google Shape;1736;p3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7" name="Google Shape;1737;p3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8" name="Google Shape;1738;p3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9" name="Google Shape;1739;p3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0" name="Google Shape;1740;p3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1" name="Google Shape;1741;p3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2" name="Google Shape;1742;p3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3" name="Google Shape;1743;p3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4" name="Google Shape;1744;p3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5" name="Google Shape;1745;p3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6" name="Google Shape;1746;p3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7" name="Google Shape;1747;p3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8" name="Google Shape;1748;p3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9" name="Google Shape;1749;p3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0" name="Google Shape;1750;p3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1" name="Google Shape;1751;p3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2" name="Google Shape;1752;p3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3" name="Google Shape;1753;p3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4" name="Google Shape;1754;p3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5" name="Google Shape;1755;p3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6" name="Google Shape;1756;p3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7" name="Google Shape;1757;p3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8" name="Google Shape;1758;p3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9" name="Google Shape;1759;p3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0" name="Google Shape;1760;p3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1" name="Google Shape;1761;p3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2" name="Google Shape;1762;p3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3" name="Google Shape;1763;p3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4" name="Google Shape;1764;p3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5" name="Google Shape;1765;p3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6" name="Google Shape;1766;p3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7" name="Google Shape;1767;p3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8" name="Google Shape;1768;p3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9" name="Google Shape;1769;p3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0" name="Google Shape;1770;p3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1" name="Google Shape;1771;p3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2" name="Google Shape;1772;p3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3" name="Google Shape;1773;p3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4" name="Google Shape;1774;p3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5" name="Google Shape;1775;p3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6" name="Google Shape;1776;p3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7" name="Google Shape;1777;p3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8" name="Google Shape;1778;p3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9" name="Google Shape;1779;p3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0" name="Google Shape;1780;p3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1" name="Google Shape;1781;p3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2" name="Google Shape;1782;p3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3" name="Google Shape;1783;p3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84" name="Google Shape;1784;p3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31"/>
          <p:cNvSpPr/>
          <p:nvPr>
            <p:ph idx="2" type="pic"/>
          </p:nvPr>
        </p:nvSpPr>
        <p:spPr>
          <a:xfrm>
            <a:off x="436350" y="262350"/>
            <a:ext cx="8271300" cy="4618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86" name="Google Shape;1786;p3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1_1_1_1_1_1_2_1_1_1_1_1_1_1_1_1_1_1_1_1_1_1_1_1_1_1"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3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789" name="Google Shape;1789;p3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790" name="Google Shape;1790;p3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1" name="Google Shape;1791;p3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2" name="Google Shape;1792;p3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3" name="Google Shape;1793;p3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4" name="Google Shape;1794;p3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5" name="Google Shape;1795;p3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6" name="Google Shape;1796;p3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7" name="Google Shape;1797;p3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8" name="Google Shape;1798;p3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9" name="Google Shape;1799;p3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0" name="Google Shape;1800;p3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1" name="Google Shape;1801;p3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2" name="Google Shape;1802;p3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3" name="Google Shape;1803;p3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4" name="Google Shape;1804;p3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5" name="Google Shape;1805;p3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6" name="Google Shape;1806;p3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7" name="Google Shape;1807;p3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8" name="Google Shape;1808;p3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9" name="Google Shape;1809;p3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0" name="Google Shape;1810;p3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1" name="Google Shape;1811;p3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2" name="Google Shape;1812;p3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3" name="Google Shape;1813;p3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4" name="Google Shape;1814;p3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5" name="Google Shape;1815;p3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6" name="Google Shape;1816;p3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7" name="Google Shape;1817;p3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8" name="Google Shape;1818;p3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9" name="Google Shape;1819;p3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0" name="Google Shape;1820;p3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1" name="Google Shape;1821;p3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2" name="Google Shape;1822;p3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3" name="Google Shape;1823;p3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4" name="Google Shape;1824;p3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5" name="Google Shape;1825;p3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6" name="Google Shape;1826;p3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7" name="Google Shape;1827;p3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8" name="Google Shape;1828;p3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9" name="Google Shape;1829;p3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0" name="Google Shape;1830;p3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1" name="Google Shape;1831;p3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2" name="Google Shape;1832;p3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3" name="Google Shape;1833;p3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4" name="Google Shape;1834;p3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5" name="Google Shape;1835;p3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6" name="Google Shape;1836;p3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7" name="Google Shape;1837;p3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8" name="Google Shape;1838;p3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9" name="Google Shape;1839;p3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0" name="Google Shape;1840;p3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1" name="Google Shape;1841;p3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2" name="Google Shape;1842;p3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3" name="Google Shape;1843;p3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4" name="Google Shape;1844;p3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5" name="Google Shape;1845;p3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6" name="Google Shape;1846;p3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7" name="Google Shape;1847;p3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8" name="Google Shape;1848;p3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49" name="Google Shape;1849;p3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32"/>
          <p:cNvSpPr txBox="1"/>
          <p:nvPr>
            <p:ph type="title"/>
          </p:nvPr>
        </p:nvSpPr>
        <p:spPr>
          <a:xfrm>
            <a:off x="208725" y="344175"/>
            <a:ext cx="8729700" cy="8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1" name="Google Shape;1851;p32"/>
          <p:cNvSpPr/>
          <p:nvPr>
            <p:ph idx="2" type="pic"/>
          </p:nvPr>
        </p:nvSpPr>
        <p:spPr>
          <a:xfrm>
            <a:off x="208725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2" name="Google Shape;1852;p32"/>
          <p:cNvSpPr/>
          <p:nvPr>
            <p:ph idx="3" type="pic"/>
          </p:nvPr>
        </p:nvSpPr>
        <p:spPr>
          <a:xfrm>
            <a:off x="3154251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3" name="Google Shape;1853;p32"/>
          <p:cNvSpPr/>
          <p:nvPr>
            <p:ph idx="4" type="pic"/>
          </p:nvPr>
        </p:nvSpPr>
        <p:spPr>
          <a:xfrm>
            <a:off x="6099777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4" name="Google Shape;1854;p32"/>
          <p:cNvSpPr/>
          <p:nvPr>
            <p:ph idx="5" type="pic"/>
          </p:nvPr>
        </p:nvSpPr>
        <p:spPr>
          <a:xfrm>
            <a:off x="208725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5" name="Google Shape;1855;p32"/>
          <p:cNvSpPr/>
          <p:nvPr>
            <p:ph idx="6" type="pic"/>
          </p:nvPr>
        </p:nvSpPr>
        <p:spPr>
          <a:xfrm>
            <a:off x="3154251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6" name="Google Shape;1856;p32"/>
          <p:cNvSpPr/>
          <p:nvPr>
            <p:ph idx="7" type="pic"/>
          </p:nvPr>
        </p:nvSpPr>
        <p:spPr>
          <a:xfrm>
            <a:off x="6099777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7" name="Google Shape;1857;p32"/>
          <p:cNvSpPr/>
          <p:nvPr>
            <p:ph idx="8" type="pic"/>
          </p:nvPr>
        </p:nvSpPr>
        <p:spPr>
          <a:xfrm>
            <a:off x="208725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8" name="Google Shape;1858;p32"/>
          <p:cNvSpPr/>
          <p:nvPr>
            <p:ph idx="9" type="pic"/>
          </p:nvPr>
        </p:nvSpPr>
        <p:spPr>
          <a:xfrm>
            <a:off x="3154251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9" name="Google Shape;1859;p32"/>
          <p:cNvSpPr/>
          <p:nvPr>
            <p:ph idx="13" type="pic"/>
          </p:nvPr>
        </p:nvSpPr>
        <p:spPr>
          <a:xfrm>
            <a:off x="6099777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60" name="Google Shape;1860;p3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57925"/>
            <a:ext cx="641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exend"/>
              <a:buNone/>
              <a:defRPr sz="4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1239450" y="2823325"/>
            <a:ext cx="3145800" cy="2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196">
          <p15:clr>
            <a:srgbClr val="E46962"/>
          </p15:clr>
        </p15:guide>
        <p15:guide id="7" orient="horz" pos="936">
          <p15:clr>
            <a:srgbClr val="E46962"/>
          </p15:clr>
        </p15:guide>
        <p15:guide id="8" orient="horz" pos="68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1.png"/><Relationship Id="rId7" Type="http://schemas.openxmlformats.org/officeDocument/2006/relationships/image" Target="../media/image3.png"/><Relationship Id="rId8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9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Relationship Id="rId8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37.png"/><Relationship Id="rId9" Type="http://schemas.openxmlformats.org/officeDocument/2006/relationships/image" Target="../media/image29.png"/><Relationship Id="rId5" Type="http://schemas.openxmlformats.org/officeDocument/2006/relationships/image" Target="../media/image19.png"/><Relationship Id="rId6" Type="http://schemas.openxmlformats.org/officeDocument/2006/relationships/image" Target="../media/image27.png"/><Relationship Id="rId7" Type="http://schemas.openxmlformats.org/officeDocument/2006/relationships/image" Target="../media/image23.png"/><Relationship Id="rId8" Type="http://schemas.openxmlformats.org/officeDocument/2006/relationships/image" Target="../media/image22.png"/><Relationship Id="rId11" Type="http://schemas.openxmlformats.org/officeDocument/2006/relationships/image" Target="../media/image30.png"/><Relationship Id="rId10" Type="http://schemas.openxmlformats.org/officeDocument/2006/relationships/image" Target="../media/image28.png"/><Relationship Id="rId12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9.png"/><Relationship Id="rId5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Relationship Id="rId4" Type="http://schemas.openxmlformats.org/officeDocument/2006/relationships/image" Target="../media/image19.png"/><Relationship Id="rId5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png"/><Relationship Id="rId4" Type="http://schemas.openxmlformats.org/officeDocument/2006/relationships/image" Target="../media/image3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Relationship Id="rId4" Type="http://schemas.openxmlformats.org/officeDocument/2006/relationships/image" Target="../media/image38.png"/><Relationship Id="rId5" Type="http://schemas.openxmlformats.org/officeDocument/2006/relationships/image" Target="../media/image3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33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866" name="Google Shape;1866;p33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700"/>
              <a:t>Business Data Analytics With AI</a:t>
            </a:r>
            <a:endParaRPr sz="4700"/>
          </a:p>
        </p:txBody>
      </p:sp>
      <p:sp>
        <p:nvSpPr>
          <p:cNvPr id="1867" name="Google Shape;1867;p33"/>
          <p:cNvSpPr txBox="1"/>
          <p:nvPr>
            <p:ph idx="3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Name </a:t>
            </a:r>
            <a:endParaRPr/>
          </a:p>
        </p:txBody>
      </p:sp>
      <p:sp>
        <p:nvSpPr>
          <p:cNvPr id="1868" name="Google Shape;1868;p33"/>
          <p:cNvSpPr txBox="1"/>
          <p:nvPr>
            <p:ph idx="4" type="body"/>
          </p:nvPr>
        </p:nvSpPr>
        <p:spPr>
          <a:xfrm>
            <a:off x="940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Department    Course Number    Section    Time    Location</a:t>
            </a:r>
            <a:endParaRPr/>
          </a:p>
        </p:txBody>
      </p:sp>
      <p:grpSp>
        <p:nvGrpSpPr>
          <p:cNvPr id="1869" name="Google Shape;1869;p33"/>
          <p:cNvGrpSpPr/>
          <p:nvPr/>
        </p:nvGrpSpPr>
        <p:grpSpPr>
          <a:xfrm>
            <a:off x="1966534" y="2571650"/>
            <a:ext cx="5210945" cy="2242155"/>
            <a:chOff x="2267909" y="2831175"/>
            <a:chExt cx="4608193" cy="1982804"/>
          </a:xfrm>
        </p:grpSpPr>
        <p:grpSp>
          <p:nvGrpSpPr>
            <p:cNvPr id="1870" name="Google Shape;1870;p33"/>
            <p:cNvGrpSpPr/>
            <p:nvPr/>
          </p:nvGrpSpPr>
          <p:grpSpPr>
            <a:xfrm>
              <a:off x="2267909" y="3080044"/>
              <a:ext cx="4608193" cy="1733935"/>
              <a:chOff x="5485193" y="340487"/>
              <a:chExt cx="3462464" cy="1302829"/>
            </a:xfrm>
          </p:grpSpPr>
          <p:sp>
            <p:nvSpPr>
              <p:cNvPr id="1871" name="Google Shape;1871;p33"/>
              <p:cNvSpPr/>
              <p:nvPr/>
            </p:nvSpPr>
            <p:spPr>
              <a:xfrm>
                <a:off x="5485193" y="340487"/>
                <a:ext cx="3462464" cy="1296479"/>
              </a:xfrm>
              <a:custGeom>
                <a:rect b="b" l="l" r="r" t="t"/>
                <a:pathLst>
                  <a:path extrusionOk="0" h="1296479" w="3462464">
                    <a:moveTo>
                      <a:pt x="0" y="0"/>
                    </a:moveTo>
                    <a:lnTo>
                      <a:pt x="3462464" y="0"/>
                    </a:lnTo>
                    <a:lnTo>
                      <a:pt x="3462464" y="1296480"/>
                    </a:lnTo>
                    <a:lnTo>
                      <a:pt x="0" y="129648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2" name="Google Shape;1872;p33"/>
              <p:cNvSpPr/>
              <p:nvPr/>
            </p:nvSpPr>
            <p:spPr>
              <a:xfrm>
                <a:off x="784021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3" name="Google Shape;1873;p33"/>
              <p:cNvSpPr/>
              <p:nvPr/>
            </p:nvSpPr>
            <p:spPr>
              <a:xfrm>
                <a:off x="802481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4" name="Google Shape;1874;p33"/>
              <p:cNvSpPr/>
              <p:nvPr/>
            </p:nvSpPr>
            <p:spPr>
              <a:xfrm>
                <a:off x="820934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5" name="Google Shape;1875;p33"/>
              <p:cNvSpPr/>
              <p:nvPr/>
            </p:nvSpPr>
            <p:spPr>
              <a:xfrm>
                <a:off x="839393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6" name="Google Shape;1876;p33"/>
              <p:cNvSpPr/>
              <p:nvPr/>
            </p:nvSpPr>
            <p:spPr>
              <a:xfrm>
                <a:off x="857853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7" name="Google Shape;1877;p33"/>
              <p:cNvSpPr/>
              <p:nvPr/>
            </p:nvSpPr>
            <p:spPr>
              <a:xfrm>
                <a:off x="876306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8" name="Google Shape;1878;p33"/>
              <p:cNvSpPr/>
              <p:nvPr/>
            </p:nvSpPr>
            <p:spPr>
              <a:xfrm>
                <a:off x="675500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9" name="Google Shape;1879;p33"/>
              <p:cNvSpPr/>
              <p:nvPr/>
            </p:nvSpPr>
            <p:spPr>
              <a:xfrm>
                <a:off x="693959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0" name="Google Shape;1880;p33"/>
              <p:cNvSpPr/>
              <p:nvPr/>
            </p:nvSpPr>
            <p:spPr>
              <a:xfrm>
                <a:off x="712412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1" name="Google Shape;1881;p33"/>
              <p:cNvSpPr/>
              <p:nvPr/>
            </p:nvSpPr>
            <p:spPr>
              <a:xfrm>
                <a:off x="730872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2" name="Google Shape;1882;p33"/>
              <p:cNvSpPr/>
              <p:nvPr/>
            </p:nvSpPr>
            <p:spPr>
              <a:xfrm>
                <a:off x="749331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3" name="Google Shape;1883;p33"/>
              <p:cNvSpPr/>
              <p:nvPr/>
            </p:nvSpPr>
            <p:spPr>
              <a:xfrm>
                <a:off x="7677911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4" name="Google Shape;1884;p33"/>
              <p:cNvSpPr/>
              <p:nvPr/>
            </p:nvSpPr>
            <p:spPr>
              <a:xfrm>
                <a:off x="566978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5" name="Google Shape;1885;p33"/>
              <p:cNvSpPr/>
              <p:nvPr/>
            </p:nvSpPr>
            <p:spPr>
              <a:xfrm>
                <a:off x="585438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6" name="Google Shape;1886;p33"/>
              <p:cNvSpPr/>
              <p:nvPr/>
            </p:nvSpPr>
            <p:spPr>
              <a:xfrm>
                <a:off x="603897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7" name="Google Shape;1887;p33"/>
              <p:cNvSpPr/>
              <p:nvPr/>
            </p:nvSpPr>
            <p:spPr>
              <a:xfrm>
                <a:off x="622350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8" name="Google Shape;1888;p33"/>
              <p:cNvSpPr/>
              <p:nvPr/>
            </p:nvSpPr>
            <p:spPr>
              <a:xfrm>
                <a:off x="640810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9" name="Google Shape;1889;p33"/>
              <p:cNvSpPr/>
              <p:nvPr/>
            </p:nvSpPr>
            <p:spPr>
              <a:xfrm>
                <a:off x="659269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90" name="Google Shape;1890;p33"/>
              <p:cNvSpPr/>
              <p:nvPr/>
            </p:nvSpPr>
            <p:spPr>
              <a:xfrm>
                <a:off x="5485193" y="525653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91" name="Google Shape;1891;p33"/>
              <p:cNvSpPr/>
              <p:nvPr/>
            </p:nvSpPr>
            <p:spPr>
              <a:xfrm>
                <a:off x="5485193" y="1451737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92" name="Google Shape;1892;p33"/>
              <p:cNvSpPr/>
              <p:nvPr/>
            </p:nvSpPr>
            <p:spPr>
              <a:xfrm>
                <a:off x="5485193" y="1636966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93" name="Google Shape;1893;p33"/>
              <p:cNvSpPr/>
              <p:nvPr/>
            </p:nvSpPr>
            <p:spPr>
              <a:xfrm>
                <a:off x="5485193" y="1266507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94" name="Google Shape;1894;p33"/>
              <p:cNvSpPr/>
              <p:nvPr/>
            </p:nvSpPr>
            <p:spPr>
              <a:xfrm>
                <a:off x="5485193" y="1081278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95" name="Google Shape;1895;p33"/>
              <p:cNvSpPr/>
              <p:nvPr/>
            </p:nvSpPr>
            <p:spPr>
              <a:xfrm>
                <a:off x="5485193" y="896112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96" name="Google Shape;1896;p33"/>
              <p:cNvSpPr/>
              <p:nvPr/>
            </p:nvSpPr>
            <p:spPr>
              <a:xfrm>
                <a:off x="5485193" y="710882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sp>
          <p:nvSpPr>
            <p:cNvPr id="1897" name="Google Shape;1897;p33"/>
            <p:cNvSpPr/>
            <p:nvPr/>
          </p:nvSpPr>
          <p:spPr>
            <a:xfrm>
              <a:off x="2764500" y="3326025"/>
              <a:ext cx="1195167" cy="737592"/>
            </a:xfrm>
            <a:custGeom>
              <a:rect b="b" l="l" r="r" t="t"/>
              <a:pathLst>
                <a:path extrusionOk="0" h="555625" w="922909">
                  <a:moveTo>
                    <a:pt x="0" y="0"/>
                  </a:moveTo>
                  <a:lnTo>
                    <a:pt x="922909" y="0"/>
                  </a:lnTo>
                  <a:lnTo>
                    <a:pt x="922909" y="555625"/>
                  </a:lnTo>
                  <a:lnTo>
                    <a:pt x="0" y="5556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8" name="Google Shape;1898;p33"/>
            <p:cNvSpPr/>
            <p:nvPr/>
          </p:nvSpPr>
          <p:spPr>
            <a:xfrm>
              <a:off x="5406200" y="2831175"/>
              <a:ext cx="974139" cy="985252"/>
            </a:xfrm>
            <a:custGeom>
              <a:rect b="b" l="l" r="r" t="t"/>
              <a:pathLst>
                <a:path extrusionOk="0" h="740791" w="740790">
                  <a:moveTo>
                    <a:pt x="740791" y="370395"/>
                  </a:moveTo>
                  <a:cubicBezTo>
                    <a:pt x="740791" y="574959"/>
                    <a:pt x="574959" y="740791"/>
                    <a:pt x="370396" y="740791"/>
                  </a:cubicBezTo>
                  <a:cubicBezTo>
                    <a:pt x="165832" y="740791"/>
                    <a:pt x="0" y="574959"/>
                    <a:pt x="0" y="370395"/>
                  </a:cubicBezTo>
                  <a:cubicBezTo>
                    <a:pt x="0" y="165832"/>
                    <a:pt x="165832" y="0"/>
                    <a:pt x="370396" y="0"/>
                  </a:cubicBezTo>
                  <a:cubicBezTo>
                    <a:pt x="574959" y="0"/>
                    <a:pt x="740791" y="165832"/>
                    <a:pt x="740791" y="3703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9" name="Google Shape;1899;p33"/>
            <p:cNvSpPr/>
            <p:nvPr/>
          </p:nvSpPr>
          <p:spPr>
            <a:xfrm>
              <a:off x="4203775" y="3816425"/>
              <a:ext cx="736446" cy="738062"/>
            </a:xfrm>
            <a:custGeom>
              <a:rect b="b" l="l" r="r" t="t"/>
              <a:pathLst>
                <a:path extrusionOk="0" h="581151" w="553719">
                  <a:moveTo>
                    <a:pt x="553720" y="581152"/>
                  </a:moveTo>
                  <a:lnTo>
                    <a:pt x="0" y="581152"/>
                  </a:lnTo>
                  <a:lnTo>
                    <a:pt x="0" y="0"/>
                  </a:lnTo>
                  <a:lnTo>
                    <a:pt x="553720" y="5811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3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p34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5" name="Google Shape;1905;p34"/>
          <p:cNvSpPr txBox="1"/>
          <p:nvPr>
            <p:ph idx="3" type="body"/>
          </p:nvPr>
        </p:nvSpPr>
        <p:spPr>
          <a:xfrm>
            <a:off x="167325" y="-39600"/>
            <a:ext cx="1169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/>
              <a:t>Name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6" name="Google Shape;1906;p34"/>
          <p:cNvSpPr txBox="1"/>
          <p:nvPr>
            <p:ph idx="4" type="body"/>
          </p:nvPr>
        </p:nvSpPr>
        <p:spPr>
          <a:xfrm>
            <a:off x="940775" y="-39600"/>
            <a:ext cx="3810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   Course Number    Section    Time   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7" name="Google Shape;1907;p34"/>
          <p:cNvGrpSpPr/>
          <p:nvPr/>
        </p:nvGrpSpPr>
        <p:grpSpPr>
          <a:xfrm>
            <a:off x="7509125" y="1921038"/>
            <a:ext cx="1258500" cy="902350"/>
            <a:chOff x="6575700" y="2242475"/>
            <a:chExt cx="1258500" cy="902350"/>
          </a:xfrm>
        </p:grpSpPr>
        <p:sp>
          <p:nvSpPr>
            <p:cNvPr id="1908" name="Google Shape;1908;p34"/>
            <p:cNvSpPr/>
            <p:nvPr/>
          </p:nvSpPr>
          <p:spPr>
            <a:xfrm>
              <a:off x="6596750" y="2242475"/>
              <a:ext cx="411300" cy="816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34"/>
            <p:cNvSpPr/>
            <p:nvPr/>
          </p:nvSpPr>
          <p:spPr>
            <a:xfrm>
              <a:off x="6575700" y="2318025"/>
              <a:ext cx="1258500" cy="826800"/>
            </a:xfrm>
            <a:prstGeom prst="roundRect">
              <a:avLst>
                <a:gd fmla="val 5261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10" name="Google Shape;1910;p34"/>
            <p:cNvCxnSpPr/>
            <p:nvPr/>
          </p:nvCxnSpPr>
          <p:spPr>
            <a:xfrm>
              <a:off x="6576540" y="3091250"/>
              <a:ext cx="125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30000"/>
                </a:srgbClr>
              </a:outerShdw>
            </a:effectLst>
          </p:spPr>
        </p:cxnSp>
      </p:grpSp>
      <p:sp>
        <p:nvSpPr>
          <p:cNvPr id="1911" name="Google Shape;1911;p34"/>
          <p:cNvSpPr txBox="1"/>
          <p:nvPr/>
        </p:nvSpPr>
        <p:spPr>
          <a:xfrm>
            <a:off x="376375" y="2853163"/>
            <a:ext cx="12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Introduction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12" name="Google Shape;1912;p34"/>
          <p:cNvSpPr txBox="1"/>
          <p:nvPr/>
        </p:nvSpPr>
        <p:spPr>
          <a:xfrm>
            <a:off x="2753850" y="2853163"/>
            <a:ext cx="12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Class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13" name="Google Shape;1913;p34"/>
          <p:cNvSpPr txBox="1"/>
          <p:nvPr/>
        </p:nvSpPr>
        <p:spPr>
          <a:xfrm>
            <a:off x="5129175" y="2853163"/>
            <a:ext cx="12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Contact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14" name="Google Shape;1914;p34"/>
          <p:cNvSpPr txBox="1"/>
          <p:nvPr/>
        </p:nvSpPr>
        <p:spPr>
          <a:xfrm>
            <a:off x="7509125" y="2853163"/>
            <a:ext cx="12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Agenda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1915" name="Google Shape;1915;p34"/>
          <p:cNvGrpSpPr/>
          <p:nvPr/>
        </p:nvGrpSpPr>
        <p:grpSpPr>
          <a:xfrm>
            <a:off x="376375" y="1921038"/>
            <a:ext cx="1258500" cy="902350"/>
            <a:chOff x="1209150" y="2242475"/>
            <a:chExt cx="1258500" cy="902350"/>
          </a:xfrm>
        </p:grpSpPr>
        <p:sp>
          <p:nvSpPr>
            <p:cNvPr id="1916" name="Google Shape;1916;p34"/>
            <p:cNvSpPr/>
            <p:nvPr/>
          </p:nvSpPr>
          <p:spPr>
            <a:xfrm>
              <a:off x="1230200" y="2242475"/>
              <a:ext cx="411300" cy="816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34"/>
            <p:cNvSpPr/>
            <p:nvPr/>
          </p:nvSpPr>
          <p:spPr>
            <a:xfrm>
              <a:off x="1209150" y="2318025"/>
              <a:ext cx="1258500" cy="826800"/>
            </a:xfrm>
            <a:prstGeom prst="roundRect">
              <a:avLst>
                <a:gd fmla="val 5261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18" name="Google Shape;1918;p34"/>
            <p:cNvCxnSpPr/>
            <p:nvPr/>
          </p:nvCxnSpPr>
          <p:spPr>
            <a:xfrm>
              <a:off x="1209990" y="3091250"/>
              <a:ext cx="125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30000"/>
                </a:srgbClr>
              </a:outerShdw>
            </a:effectLst>
          </p:spPr>
        </p:cxnSp>
      </p:grpSp>
      <p:grpSp>
        <p:nvGrpSpPr>
          <p:cNvPr id="1919" name="Google Shape;1919;p34"/>
          <p:cNvGrpSpPr/>
          <p:nvPr/>
        </p:nvGrpSpPr>
        <p:grpSpPr>
          <a:xfrm>
            <a:off x="2753958" y="1921038"/>
            <a:ext cx="1258500" cy="902350"/>
            <a:chOff x="2998000" y="2242475"/>
            <a:chExt cx="1258500" cy="902350"/>
          </a:xfrm>
        </p:grpSpPr>
        <p:sp>
          <p:nvSpPr>
            <p:cNvPr id="1920" name="Google Shape;1920;p34"/>
            <p:cNvSpPr/>
            <p:nvPr/>
          </p:nvSpPr>
          <p:spPr>
            <a:xfrm>
              <a:off x="3019050" y="2242475"/>
              <a:ext cx="411300" cy="816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34"/>
            <p:cNvSpPr/>
            <p:nvPr/>
          </p:nvSpPr>
          <p:spPr>
            <a:xfrm>
              <a:off x="2998000" y="2318025"/>
              <a:ext cx="1258500" cy="826800"/>
            </a:xfrm>
            <a:prstGeom prst="roundRect">
              <a:avLst>
                <a:gd fmla="val 5261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22" name="Google Shape;1922;p34"/>
            <p:cNvCxnSpPr/>
            <p:nvPr/>
          </p:nvCxnSpPr>
          <p:spPr>
            <a:xfrm>
              <a:off x="2998840" y="3091250"/>
              <a:ext cx="125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30000"/>
                </a:srgbClr>
              </a:outerShdw>
            </a:effectLst>
          </p:spPr>
        </p:cxnSp>
      </p:grpSp>
      <p:grpSp>
        <p:nvGrpSpPr>
          <p:cNvPr id="1923" name="Google Shape;1923;p34"/>
          <p:cNvGrpSpPr/>
          <p:nvPr/>
        </p:nvGrpSpPr>
        <p:grpSpPr>
          <a:xfrm>
            <a:off x="5131542" y="1921038"/>
            <a:ext cx="1258500" cy="902350"/>
            <a:chOff x="4786850" y="2242475"/>
            <a:chExt cx="1258500" cy="902350"/>
          </a:xfrm>
        </p:grpSpPr>
        <p:sp>
          <p:nvSpPr>
            <p:cNvPr id="1924" name="Google Shape;1924;p34"/>
            <p:cNvSpPr/>
            <p:nvPr/>
          </p:nvSpPr>
          <p:spPr>
            <a:xfrm>
              <a:off x="4807900" y="2242475"/>
              <a:ext cx="411300" cy="816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34"/>
            <p:cNvSpPr/>
            <p:nvPr/>
          </p:nvSpPr>
          <p:spPr>
            <a:xfrm>
              <a:off x="4786850" y="2318025"/>
              <a:ext cx="1258500" cy="826800"/>
            </a:xfrm>
            <a:prstGeom prst="roundRect">
              <a:avLst>
                <a:gd fmla="val 5261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26" name="Google Shape;1926;p34"/>
            <p:cNvCxnSpPr/>
            <p:nvPr/>
          </p:nvCxnSpPr>
          <p:spPr>
            <a:xfrm>
              <a:off x="4787690" y="3091250"/>
              <a:ext cx="125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30000"/>
                </a:srgbClr>
              </a:outerShdw>
            </a:effectLst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p35"/>
          <p:cNvSpPr/>
          <p:nvPr/>
        </p:nvSpPr>
        <p:spPr>
          <a:xfrm>
            <a:off x="1165350" y="491225"/>
            <a:ext cx="6813300" cy="892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32" name="Google Shape;1932;p35"/>
          <p:cNvGrpSpPr/>
          <p:nvPr/>
        </p:nvGrpSpPr>
        <p:grpSpPr>
          <a:xfrm>
            <a:off x="7317975" y="721788"/>
            <a:ext cx="429650" cy="431375"/>
            <a:chOff x="6684050" y="721788"/>
            <a:chExt cx="429650" cy="431375"/>
          </a:xfrm>
        </p:grpSpPr>
        <p:sp>
          <p:nvSpPr>
            <p:cNvPr id="1933" name="Google Shape;1933;p35"/>
            <p:cNvSpPr/>
            <p:nvPr/>
          </p:nvSpPr>
          <p:spPr>
            <a:xfrm>
              <a:off x="6684050" y="721788"/>
              <a:ext cx="342900" cy="342900"/>
            </a:xfrm>
            <a:prstGeom prst="ellipse">
              <a:avLst/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34" name="Google Shape;1934;p35"/>
            <p:cNvCxnSpPr/>
            <p:nvPr/>
          </p:nvCxnSpPr>
          <p:spPr>
            <a:xfrm>
              <a:off x="6973000" y="1012463"/>
              <a:ext cx="140700" cy="140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35" name="Google Shape;1935;p35"/>
          <p:cNvSpPr/>
          <p:nvPr/>
        </p:nvSpPr>
        <p:spPr>
          <a:xfrm>
            <a:off x="1170750" y="2345926"/>
            <a:ext cx="1689300" cy="16794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9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36" name="Google Shape;1936;p35"/>
          <p:cNvGrpSpPr/>
          <p:nvPr/>
        </p:nvGrpSpPr>
        <p:grpSpPr>
          <a:xfrm>
            <a:off x="1240925" y="2447251"/>
            <a:ext cx="277873" cy="68400"/>
            <a:chOff x="1240925" y="1619925"/>
            <a:chExt cx="277873" cy="68400"/>
          </a:xfrm>
        </p:grpSpPr>
        <p:sp>
          <p:nvSpPr>
            <p:cNvPr id="1937" name="Google Shape;1937;p35"/>
            <p:cNvSpPr/>
            <p:nvPr/>
          </p:nvSpPr>
          <p:spPr>
            <a:xfrm>
              <a:off x="1240925" y="16199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35"/>
            <p:cNvSpPr/>
            <p:nvPr/>
          </p:nvSpPr>
          <p:spPr>
            <a:xfrm>
              <a:off x="1345661" y="16199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35"/>
            <p:cNvSpPr/>
            <p:nvPr/>
          </p:nvSpPr>
          <p:spPr>
            <a:xfrm>
              <a:off x="1450398" y="16199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40" name="Google Shape;1940;p35"/>
          <p:cNvSpPr/>
          <p:nvPr/>
        </p:nvSpPr>
        <p:spPr>
          <a:xfrm>
            <a:off x="4875000" y="1575475"/>
            <a:ext cx="3103500" cy="32574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9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1941" name="Google Shape;1941;p35"/>
          <p:cNvSpPr txBox="1"/>
          <p:nvPr>
            <p:ph idx="2" type="body"/>
          </p:nvPr>
        </p:nvSpPr>
        <p:spPr>
          <a:xfrm>
            <a:off x="167325" y="-39600"/>
            <a:ext cx="1169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/>
              <a:t>Name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2" name="Google Shape;1942;p35"/>
          <p:cNvSpPr txBox="1"/>
          <p:nvPr>
            <p:ph idx="3" type="body"/>
          </p:nvPr>
        </p:nvSpPr>
        <p:spPr>
          <a:xfrm>
            <a:off x="940775" y="-39600"/>
            <a:ext cx="3810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   Course Number    Section    Time   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43" name="Google Shape;1943;p35"/>
          <p:cNvCxnSpPr/>
          <p:nvPr/>
        </p:nvCxnSpPr>
        <p:spPr>
          <a:xfrm rot="10800000">
            <a:off x="4643725" y="563700"/>
            <a:ext cx="0" cy="718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erson leaning against wall holding laptop." id="1944" name="Google Shape;1944;p35"/>
          <p:cNvPicPr preferRelativeResize="0"/>
          <p:nvPr/>
        </p:nvPicPr>
        <p:blipFill rotWithShape="1">
          <a:blip r:embed="rId3">
            <a:alphaModFix/>
          </a:blip>
          <a:srcRect b="0" l="10064" r="10064" t="0"/>
          <a:stretch/>
        </p:blipFill>
        <p:spPr>
          <a:xfrm>
            <a:off x="1165350" y="2606480"/>
            <a:ext cx="1700100" cy="1418700"/>
          </a:xfrm>
          <a:prstGeom prst="round2SameRect">
            <a:avLst>
              <a:gd fmla="val 2310" name="adj1"/>
              <a:gd fmla="val 0" name="adj2"/>
            </a:avLst>
          </a:prstGeom>
          <a:noFill/>
          <a:ln>
            <a:noFill/>
          </a:ln>
        </p:spPr>
      </p:pic>
      <p:sp>
        <p:nvSpPr>
          <p:cNvPr id="1945" name="Google Shape;1945;p35"/>
          <p:cNvSpPr txBox="1"/>
          <p:nvPr/>
        </p:nvSpPr>
        <p:spPr>
          <a:xfrm>
            <a:off x="5012075" y="1684625"/>
            <a:ext cx="2825700" cy="30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400">
                <a:solidFill>
                  <a:schemeClr val="lt2"/>
                </a:solidFill>
                <a:highlight>
                  <a:schemeClr val="accent3"/>
                </a:highlight>
                <a:latin typeface="Lexend Light"/>
                <a:ea typeface="Lexend Light"/>
                <a:cs typeface="Lexend Light"/>
                <a:sym typeface="Lexend Light"/>
              </a:rPr>
              <a:t>Luman Awale</a:t>
            </a:r>
            <a:endParaRPr sz="2400">
              <a:solidFill>
                <a:schemeClr val="lt2"/>
              </a:solidFill>
              <a:highlight>
                <a:schemeClr val="accent3"/>
              </a:highlight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lt2"/>
              </a:solidFill>
              <a:highlight>
                <a:schemeClr val="accent3"/>
              </a:highlight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000">
                <a:solidFill>
                  <a:schemeClr val="lt2"/>
                </a:solidFill>
                <a:highlight>
                  <a:schemeClr val="accent3"/>
                </a:highlight>
                <a:latin typeface="Lexend Light"/>
                <a:ea typeface="Lexend Light"/>
                <a:cs typeface="Lexend Light"/>
                <a:sym typeface="Lexend Light"/>
              </a:rPr>
              <a:t>Title/Position:</a:t>
            </a:r>
            <a:endParaRPr sz="2000">
              <a:solidFill>
                <a:schemeClr val="lt2"/>
              </a:solidFill>
              <a:highlight>
                <a:schemeClr val="accent3"/>
              </a:highlight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500">
                <a:solidFill>
                  <a:schemeClr val="lt2"/>
                </a:solidFill>
                <a:highlight>
                  <a:schemeClr val="accent3"/>
                </a:highlight>
                <a:latin typeface="Lexend Light"/>
                <a:ea typeface="Lexend Light"/>
                <a:cs typeface="Lexend Light"/>
                <a:sym typeface="Lexend Light"/>
              </a:rPr>
              <a:t>Software Engineer at Zaki point Health</a:t>
            </a:r>
            <a:endParaRPr sz="1500">
              <a:solidFill>
                <a:schemeClr val="lt2"/>
              </a:solidFill>
              <a:highlight>
                <a:schemeClr val="accent3"/>
              </a:highlight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500">
              <a:solidFill>
                <a:schemeClr val="lt2"/>
              </a:solidFill>
              <a:highlight>
                <a:schemeClr val="accent3"/>
              </a:highlight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700">
                <a:solidFill>
                  <a:schemeClr val="lt2"/>
                </a:solidFill>
                <a:highlight>
                  <a:schemeClr val="accent3"/>
                </a:highlight>
                <a:latin typeface="Lexend Light"/>
                <a:ea typeface="Lexend Light"/>
                <a:cs typeface="Lexend Light"/>
                <a:sym typeface="Lexend Light"/>
              </a:rPr>
              <a:t>Module Teacher :</a:t>
            </a:r>
            <a:endParaRPr sz="1700">
              <a:solidFill>
                <a:schemeClr val="lt2"/>
              </a:solidFill>
              <a:highlight>
                <a:schemeClr val="accent3"/>
              </a:highlight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500">
                <a:solidFill>
                  <a:schemeClr val="lt2"/>
                </a:solidFill>
                <a:highlight>
                  <a:schemeClr val="accent3"/>
                </a:highlight>
                <a:latin typeface="Lexend Light"/>
                <a:ea typeface="Lexend Light"/>
                <a:cs typeface="Lexend Light"/>
                <a:sym typeface="Lexend Light"/>
              </a:rPr>
              <a:t>Business  Data Analytics With AI</a:t>
            </a:r>
            <a:endParaRPr sz="1500">
              <a:solidFill>
                <a:schemeClr val="lt2"/>
              </a:solidFill>
              <a:highlight>
                <a:schemeClr val="accent3"/>
              </a:highlight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lt2"/>
              </a:solidFill>
              <a:highlight>
                <a:schemeClr val="accent3"/>
              </a:highlight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lt2"/>
              </a:solidFill>
              <a:highlight>
                <a:schemeClr val="accent3"/>
              </a:highlight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lt2"/>
              </a:solidFill>
              <a:highlight>
                <a:schemeClr val="accent3"/>
              </a:highlight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lt2"/>
              </a:solidFill>
              <a:highlight>
                <a:schemeClr val="accent3"/>
              </a:highlight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1946" name="Google Shape;1946;p35"/>
          <p:cNvGrpSpPr/>
          <p:nvPr/>
        </p:nvGrpSpPr>
        <p:grpSpPr>
          <a:xfrm>
            <a:off x="3047921" y="2745976"/>
            <a:ext cx="1642980" cy="1139694"/>
            <a:chOff x="-1501353" y="1025810"/>
            <a:chExt cx="1717700" cy="1191525"/>
          </a:xfrm>
        </p:grpSpPr>
        <p:sp>
          <p:nvSpPr>
            <p:cNvPr id="1947" name="Google Shape;1947;p35"/>
            <p:cNvSpPr/>
            <p:nvPr/>
          </p:nvSpPr>
          <p:spPr>
            <a:xfrm>
              <a:off x="-1501353" y="1890733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8" name="Google Shape;1948;p35"/>
            <p:cNvSpPr/>
            <p:nvPr/>
          </p:nvSpPr>
          <p:spPr>
            <a:xfrm>
              <a:off x="-1501353" y="1674482"/>
              <a:ext cx="1717700" cy="326643"/>
            </a:xfrm>
            <a:custGeom>
              <a:rect b="b" l="l" r="r" t="t"/>
              <a:pathLst>
                <a:path extrusionOk="0" h="326643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43"/>
                  </a:lnTo>
                  <a:lnTo>
                    <a:pt x="432340" y="32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9" name="Google Shape;1949;p35"/>
            <p:cNvSpPr/>
            <p:nvPr/>
          </p:nvSpPr>
          <p:spPr>
            <a:xfrm>
              <a:off x="-1501353" y="1458272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0" name="Google Shape;1950;p35"/>
            <p:cNvSpPr/>
            <p:nvPr/>
          </p:nvSpPr>
          <p:spPr>
            <a:xfrm>
              <a:off x="-1501353" y="1242021"/>
              <a:ext cx="1717700" cy="326643"/>
            </a:xfrm>
            <a:custGeom>
              <a:rect b="b" l="l" r="r" t="t"/>
              <a:pathLst>
                <a:path extrusionOk="0" h="326643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43"/>
                  </a:lnTo>
                  <a:lnTo>
                    <a:pt x="432340" y="32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1" name="Google Shape;1951;p35"/>
            <p:cNvSpPr/>
            <p:nvPr/>
          </p:nvSpPr>
          <p:spPr>
            <a:xfrm>
              <a:off x="-1501353" y="1025810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952" name="Google Shape;1952;p35"/>
          <p:cNvSpPr txBox="1"/>
          <p:nvPr>
            <p:ph type="title"/>
          </p:nvPr>
        </p:nvSpPr>
        <p:spPr>
          <a:xfrm>
            <a:off x="1579100" y="491225"/>
            <a:ext cx="49662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Me</a:t>
            </a:r>
            <a:endParaRPr/>
          </a:p>
        </p:txBody>
      </p:sp>
      <p:sp>
        <p:nvSpPr>
          <p:cNvPr id="1953" name="Google Shape;1953;p35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p36"/>
          <p:cNvSpPr/>
          <p:nvPr/>
        </p:nvSpPr>
        <p:spPr>
          <a:xfrm>
            <a:off x="1165350" y="491225"/>
            <a:ext cx="6813300" cy="892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9" name="Google Shape;1959;p36"/>
          <p:cNvGrpSpPr/>
          <p:nvPr/>
        </p:nvGrpSpPr>
        <p:grpSpPr>
          <a:xfrm>
            <a:off x="7317975" y="721788"/>
            <a:ext cx="429650" cy="431375"/>
            <a:chOff x="6684050" y="721788"/>
            <a:chExt cx="429650" cy="431375"/>
          </a:xfrm>
        </p:grpSpPr>
        <p:sp>
          <p:nvSpPr>
            <p:cNvPr id="1960" name="Google Shape;1960;p36"/>
            <p:cNvSpPr/>
            <p:nvPr/>
          </p:nvSpPr>
          <p:spPr>
            <a:xfrm>
              <a:off x="6684050" y="721788"/>
              <a:ext cx="342900" cy="342900"/>
            </a:xfrm>
            <a:prstGeom prst="ellipse">
              <a:avLst/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61" name="Google Shape;1961;p36"/>
            <p:cNvCxnSpPr/>
            <p:nvPr/>
          </p:nvCxnSpPr>
          <p:spPr>
            <a:xfrm>
              <a:off x="6973000" y="1012463"/>
              <a:ext cx="140700" cy="140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62" name="Google Shape;1962;p36"/>
          <p:cNvSpPr/>
          <p:nvPr/>
        </p:nvSpPr>
        <p:spPr>
          <a:xfrm>
            <a:off x="3020250" y="1643875"/>
            <a:ext cx="3103500" cy="32574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9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1963" name="Google Shape;1963;p36"/>
          <p:cNvSpPr txBox="1"/>
          <p:nvPr>
            <p:ph idx="2" type="body"/>
          </p:nvPr>
        </p:nvSpPr>
        <p:spPr>
          <a:xfrm>
            <a:off x="167325" y="-39600"/>
            <a:ext cx="1169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/>
              <a:t>Name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36"/>
          <p:cNvSpPr txBox="1"/>
          <p:nvPr>
            <p:ph idx="3" type="body"/>
          </p:nvPr>
        </p:nvSpPr>
        <p:spPr>
          <a:xfrm>
            <a:off x="940775" y="-39600"/>
            <a:ext cx="3810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   Course Number    Section    Time   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65" name="Google Shape;1965;p36"/>
          <p:cNvCxnSpPr/>
          <p:nvPr/>
        </p:nvCxnSpPr>
        <p:spPr>
          <a:xfrm rot="10800000">
            <a:off x="4643725" y="563700"/>
            <a:ext cx="0" cy="718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6" name="Google Shape;1966;p36"/>
          <p:cNvSpPr txBox="1"/>
          <p:nvPr/>
        </p:nvSpPr>
        <p:spPr>
          <a:xfrm>
            <a:off x="3157325" y="1753025"/>
            <a:ext cx="2825700" cy="30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lt2"/>
              </a:solidFill>
              <a:highlight>
                <a:schemeClr val="accent3"/>
              </a:highlight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lt2"/>
              </a:solidFill>
              <a:highlight>
                <a:schemeClr val="accent3"/>
              </a:highlight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lt2"/>
              </a:solidFill>
              <a:highlight>
                <a:schemeClr val="accent3"/>
              </a:highlight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lt2"/>
              </a:solidFill>
              <a:highlight>
                <a:schemeClr val="accent3"/>
              </a:highlight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67" name="Google Shape;1967;p36"/>
          <p:cNvSpPr txBox="1"/>
          <p:nvPr>
            <p:ph type="title"/>
          </p:nvPr>
        </p:nvSpPr>
        <p:spPr>
          <a:xfrm>
            <a:off x="1579100" y="491225"/>
            <a:ext cx="49662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Students</a:t>
            </a:r>
            <a:endParaRPr/>
          </a:p>
        </p:txBody>
      </p:sp>
      <p:sp>
        <p:nvSpPr>
          <p:cNvPr id="1968" name="Google Shape;1968;p36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69" name="Google Shape;196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4363" y="2104938"/>
            <a:ext cx="2335275" cy="233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4" name="Google Shape;1974;p37"/>
          <p:cNvGrpSpPr/>
          <p:nvPr/>
        </p:nvGrpSpPr>
        <p:grpSpPr>
          <a:xfrm>
            <a:off x="2903325" y="486838"/>
            <a:ext cx="3313407" cy="1014987"/>
            <a:chOff x="3055725" y="715438"/>
            <a:chExt cx="3313407" cy="1014987"/>
          </a:xfrm>
        </p:grpSpPr>
        <p:grpSp>
          <p:nvGrpSpPr>
            <p:cNvPr id="1975" name="Google Shape;1975;p37"/>
            <p:cNvGrpSpPr/>
            <p:nvPr/>
          </p:nvGrpSpPr>
          <p:grpSpPr>
            <a:xfrm>
              <a:off x="3055725" y="715438"/>
              <a:ext cx="3103050" cy="786500"/>
              <a:chOff x="3007925" y="673613"/>
              <a:chExt cx="3103050" cy="786500"/>
            </a:xfrm>
          </p:grpSpPr>
          <p:sp>
            <p:nvSpPr>
              <p:cNvPr id="1976" name="Google Shape;1976;p37"/>
              <p:cNvSpPr/>
              <p:nvPr/>
            </p:nvSpPr>
            <p:spPr>
              <a:xfrm>
                <a:off x="3077725" y="721550"/>
                <a:ext cx="2973300" cy="6780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977" name="Google Shape;1977;p37"/>
              <p:cNvSpPr/>
              <p:nvPr/>
            </p:nvSpPr>
            <p:spPr>
              <a:xfrm>
                <a:off x="3007925" y="673613"/>
                <a:ext cx="137700" cy="1377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8" name="Google Shape;1978;p37"/>
              <p:cNvSpPr/>
              <p:nvPr/>
            </p:nvSpPr>
            <p:spPr>
              <a:xfrm>
                <a:off x="5973275" y="673613"/>
                <a:ext cx="137700" cy="1377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9" name="Google Shape;1979;p37"/>
              <p:cNvSpPr/>
              <p:nvPr/>
            </p:nvSpPr>
            <p:spPr>
              <a:xfrm>
                <a:off x="5973275" y="1321013"/>
                <a:ext cx="137700" cy="1377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0" name="Google Shape;1980;p37"/>
              <p:cNvSpPr/>
              <p:nvPr/>
            </p:nvSpPr>
            <p:spPr>
              <a:xfrm>
                <a:off x="3007925" y="1311913"/>
                <a:ext cx="137700" cy="1482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 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1981" name="Google Shape;1981;p37"/>
            <p:cNvSpPr/>
            <p:nvPr/>
          </p:nvSpPr>
          <p:spPr>
            <a:xfrm rot="-2281323">
              <a:off x="6037771" y="1389972"/>
              <a:ext cx="271725" cy="287249"/>
            </a:xfrm>
            <a:custGeom>
              <a:rect b="b" l="l" r="r" t="t"/>
              <a:pathLst>
                <a:path extrusionOk="0" h="5504" w="5206">
                  <a:moveTo>
                    <a:pt x="2726" y="0"/>
                  </a:moveTo>
                  <a:lnTo>
                    <a:pt x="0" y="5493"/>
                  </a:lnTo>
                  <a:lnTo>
                    <a:pt x="2591" y="4653"/>
                  </a:lnTo>
                  <a:lnTo>
                    <a:pt x="5206" y="5504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982" name="Google Shape;1982;p37"/>
          <p:cNvSpPr/>
          <p:nvPr/>
        </p:nvSpPr>
        <p:spPr>
          <a:xfrm>
            <a:off x="5132350" y="2319600"/>
            <a:ext cx="3437400" cy="26103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3" name="Google Shape;1983;p37"/>
          <p:cNvGrpSpPr/>
          <p:nvPr/>
        </p:nvGrpSpPr>
        <p:grpSpPr>
          <a:xfrm>
            <a:off x="5202525" y="2420932"/>
            <a:ext cx="277873" cy="68400"/>
            <a:chOff x="5202525" y="2420932"/>
            <a:chExt cx="277873" cy="68400"/>
          </a:xfrm>
        </p:grpSpPr>
        <p:sp>
          <p:nvSpPr>
            <p:cNvPr id="1984" name="Google Shape;1984;p37"/>
            <p:cNvSpPr/>
            <p:nvPr/>
          </p:nvSpPr>
          <p:spPr>
            <a:xfrm>
              <a:off x="5202525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37"/>
            <p:cNvSpPr/>
            <p:nvPr/>
          </p:nvSpPr>
          <p:spPr>
            <a:xfrm>
              <a:off x="5307261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37"/>
            <p:cNvSpPr/>
            <p:nvPr/>
          </p:nvSpPr>
          <p:spPr>
            <a:xfrm>
              <a:off x="5411998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7" name="Google Shape;1987;p37"/>
          <p:cNvSpPr/>
          <p:nvPr/>
        </p:nvSpPr>
        <p:spPr>
          <a:xfrm>
            <a:off x="341525" y="2319598"/>
            <a:ext cx="4059600" cy="26103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8" name="Google Shape;1988;p37"/>
          <p:cNvGrpSpPr/>
          <p:nvPr/>
        </p:nvGrpSpPr>
        <p:grpSpPr>
          <a:xfrm>
            <a:off x="411700" y="2420932"/>
            <a:ext cx="277873" cy="68400"/>
            <a:chOff x="411700" y="2420932"/>
            <a:chExt cx="277873" cy="68400"/>
          </a:xfrm>
        </p:grpSpPr>
        <p:sp>
          <p:nvSpPr>
            <p:cNvPr id="1989" name="Google Shape;1989;p37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37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37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92" name="Google Shape;1992;p37"/>
          <p:cNvSpPr txBox="1"/>
          <p:nvPr>
            <p:ph idx="2" type="body"/>
          </p:nvPr>
        </p:nvSpPr>
        <p:spPr>
          <a:xfrm>
            <a:off x="167325" y="-39600"/>
            <a:ext cx="1169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/>
              <a:t>Name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3" name="Google Shape;1993;p37"/>
          <p:cNvSpPr txBox="1"/>
          <p:nvPr>
            <p:ph idx="3" type="body"/>
          </p:nvPr>
        </p:nvSpPr>
        <p:spPr>
          <a:xfrm>
            <a:off x="940775" y="-39600"/>
            <a:ext cx="3810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   Course Number    Section    Time   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4" name="Google Shape;1994;p37"/>
          <p:cNvSpPr/>
          <p:nvPr/>
        </p:nvSpPr>
        <p:spPr>
          <a:xfrm>
            <a:off x="341528" y="1539755"/>
            <a:ext cx="1953600" cy="6303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Outline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95" name="Google Shape;1995;p37"/>
          <p:cNvGrpSpPr/>
          <p:nvPr/>
        </p:nvGrpSpPr>
        <p:grpSpPr>
          <a:xfrm>
            <a:off x="7128773" y="3626769"/>
            <a:ext cx="946911" cy="966699"/>
            <a:chOff x="2725798" y="3590032"/>
            <a:chExt cx="946911" cy="966699"/>
          </a:xfrm>
        </p:grpSpPr>
        <p:grpSp>
          <p:nvGrpSpPr>
            <p:cNvPr id="1996" name="Google Shape;1996;p37"/>
            <p:cNvGrpSpPr/>
            <p:nvPr/>
          </p:nvGrpSpPr>
          <p:grpSpPr>
            <a:xfrm>
              <a:off x="2725798" y="3590032"/>
              <a:ext cx="946911" cy="966699"/>
              <a:chOff x="2040572" y="340487"/>
              <a:chExt cx="1276160" cy="1302829"/>
            </a:xfrm>
          </p:grpSpPr>
          <p:grpSp>
            <p:nvGrpSpPr>
              <p:cNvPr id="1997" name="Google Shape;1997;p37"/>
              <p:cNvGrpSpPr/>
              <p:nvPr/>
            </p:nvGrpSpPr>
            <p:grpSpPr>
              <a:xfrm>
                <a:off x="2040572" y="340487"/>
                <a:ext cx="1276160" cy="1302829"/>
                <a:chOff x="2040572" y="340487"/>
                <a:chExt cx="1276160" cy="1302829"/>
              </a:xfrm>
            </p:grpSpPr>
            <p:sp>
              <p:nvSpPr>
                <p:cNvPr id="1998" name="Google Shape;1998;p37"/>
                <p:cNvSpPr/>
                <p:nvPr/>
              </p:nvSpPr>
              <p:spPr>
                <a:xfrm>
                  <a:off x="2040572" y="340487"/>
                  <a:ext cx="1269809" cy="1296479"/>
                </a:xfrm>
                <a:custGeom>
                  <a:rect b="b" l="l" r="r" t="t"/>
                  <a:pathLst>
                    <a:path extrusionOk="0" h="1296479" w="1269809">
                      <a:moveTo>
                        <a:pt x="0" y="0"/>
                      </a:moveTo>
                      <a:lnTo>
                        <a:pt x="1269810" y="0"/>
                      </a:lnTo>
                      <a:lnTo>
                        <a:pt x="1269810" y="1296480"/>
                      </a:lnTo>
                      <a:lnTo>
                        <a:pt x="0" y="129648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1999" name="Google Shape;1999;p37"/>
                <p:cNvSpPr/>
                <p:nvPr/>
              </p:nvSpPr>
              <p:spPr>
                <a:xfrm>
                  <a:off x="3310382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00" name="Google Shape;2000;p37"/>
                <p:cNvSpPr/>
                <p:nvPr/>
              </p:nvSpPr>
              <p:spPr>
                <a:xfrm>
                  <a:off x="2225167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01" name="Google Shape;2001;p37"/>
                <p:cNvSpPr/>
                <p:nvPr/>
              </p:nvSpPr>
              <p:spPr>
                <a:xfrm>
                  <a:off x="2409761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02" name="Google Shape;2002;p37"/>
                <p:cNvSpPr/>
                <p:nvPr/>
              </p:nvSpPr>
              <p:spPr>
                <a:xfrm>
                  <a:off x="2594292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03" name="Google Shape;2003;p37"/>
                <p:cNvSpPr/>
                <p:nvPr/>
              </p:nvSpPr>
              <p:spPr>
                <a:xfrm>
                  <a:off x="2778887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04" name="Google Shape;2004;p37"/>
                <p:cNvSpPr/>
                <p:nvPr/>
              </p:nvSpPr>
              <p:spPr>
                <a:xfrm>
                  <a:off x="2963481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05" name="Google Shape;2005;p37"/>
                <p:cNvSpPr/>
                <p:nvPr/>
              </p:nvSpPr>
              <p:spPr>
                <a:xfrm>
                  <a:off x="3148076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06" name="Google Shape;2006;p37"/>
                <p:cNvSpPr/>
                <p:nvPr/>
              </p:nvSpPr>
              <p:spPr>
                <a:xfrm>
                  <a:off x="2040572" y="525653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07" name="Google Shape;2007;p37"/>
                <p:cNvSpPr/>
                <p:nvPr/>
              </p:nvSpPr>
              <p:spPr>
                <a:xfrm>
                  <a:off x="2040572" y="34048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08" name="Google Shape;2008;p37"/>
                <p:cNvSpPr/>
                <p:nvPr/>
              </p:nvSpPr>
              <p:spPr>
                <a:xfrm>
                  <a:off x="2040572" y="145173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09" name="Google Shape;2009;p37"/>
                <p:cNvSpPr/>
                <p:nvPr/>
              </p:nvSpPr>
              <p:spPr>
                <a:xfrm>
                  <a:off x="2040572" y="1636966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10" name="Google Shape;2010;p37"/>
                <p:cNvSpPr/>
                <p:nvPr/>
              </p:nvSpPr>
              <p:spPr>
                <a:xfrm>
                  <a:off x="2040572" y="126650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11" name="Google Shape;2011;p37"/>
                <p:cNvSpPr/>
                <p:nvPr/>
              </p:nvSpPr>
              <p:spPr>
                <a:xfrm>
                  <a:off x="2040572" y="1081278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12" name="Google Shape;2012;p37"/>
                <p:cNvSpPr/>
                <p:nvPr/>
              </p:nvSpPr>
              <p:spPr>
                <a:xfrm>
                  <a:off x="2040572" y="896112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13" name="Google Shape;2013;p37"/>
                <p:cNvSpPr/>
                <p:nvPr/>
              </p:nvSpPr>
              <p:spPr>
                <a:xfrm>
                  <a:off x="2040572" y="710882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</p:grpSp>
          <p:sp>
            <p:nvSpPr>
              <p:cNvPr id="2014" name="Google Shape;2014;p37"/>
              <p:cNvSpPr/>
              <p:nvPr/>
            </p:nvSpPr>
            <p:spPr>
              <a:xfrm>
                <a:off x="2593657" y="525653"/>
                <a:ext cx="185229" cy="185229"/>
              </a:xfrm>
              <a:custGeom>
                <a:rect b="b" l="l" r="r" t="t"/>
                <a:pathLst>
                  <a:path extrusionOk="0" h="185229" w="185229">
                    <a:moveTo>
                      <a:pt x="0" y="0"/>
                    </a:moveTo>
                    <a:lnTo>
                      <a:pt x="185230" y="0"/>
                    </a:lnTo>
                    <a:lnTo>
                      <a:pt x="185230" y="185229"/>
                    </a:lnTo>
                    <a:lnTo>
                      <a:pt x="0" y="18522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sp>
          <p:nvSpPr>
            <p:cNvPr id="2015" name="Google Shape;2015;p37"/>
            <p:cNvSpPr/>
            <p:nvPr/>
          </p:nvSpPr>
          <p:spPr>
            <a:xfrm>
              <a:off x="2862815" y="3729522"/>
              <a:ext cx="618874" cy="687570"/>
            </a:xfrm>
            <a:custGeom>
              <a:rect b="b" l="l" r="r" t="t"/>
              <a:pathLst>
                <a:path extrusionOk="0" h="926020" w="833501">
                  <a:moveTo>
                    <a:pt x="184912" y="926020"/>
                  </a:moveTo>
                  <a:lnTo>
                    <a:pt x="184912" y="833565"/>
                  </a:lnTo>
                  <a:lnTo>
                    <a:pt x="92456" y="833565"/>
                  </a:lnTo>
                  <a:lnTo>
                    <a:pt x="92456" y="741109"/>
                  </a:lnTo>
                  <a:lnTo>
                    <a:pt x="0" y="741109"/>
                  </a:lnTo>
                  <a:lnTo>
                    <a:pt x="0" y="184912"/>
                  </a:lnTo>
                  <a:lnTo>
                    <a:pt x="92456" y="184912"/>
                  </a:lnTo>
                  <a:lnTo>
                    <a:pt x="92456" y="92456"/>
                  </a:lnTo>
                  <a:lnTo>
                    <a:pt x="184912" y="92456"/>
                  </a:lnTo>
                  <a:lnTo>
                    <a:pt x="184912" y="0"/>
                  </a:lnTo>
                  <a:lnTo>
                    <a:pt x="648589" y="0"/>
                  </a:lnTo>
                  <a:lnTo>
                    <a:pt x="648589" y="92456"/>
                  </a:lnTo>
                  <a:lnTo>
                    <a:pt x="741045" y="92456"/>
                  </a:lnTo>
                  <a:lnTo>
                    <a:pt x="741045" y="184912"/>
                  </a:lnTo>
                  <a:lnTo>
                    <a:pt x="833501" y="184912"/>
                  </a:lnTo>
                  <a:lnTo>
                    <a:pt x="833501" y="370523"/>
                  </a:lnTo>
                  <a:lnTo>
                    <a:pt x="648526" y="370523"/>
                  </a:lnTo>
                  <a:lnTo>
                    <a:pt x="648526" y="277432"/>
                  </a:lnTo>
                  <a:lnTo>
                    <a:pt x="555435" y="277432"/>
                  </a:lnTo>
                  <a:lnTo>
                    <a:pt x="555435" y="184975"/>
                  </a:lnTo>
                  <a:lnTo>
                    <a:pt x="277368" y="184975"/>
                  </a:lnTo>
                  <a:lnTo>
                    <a:pt x="277368" y="277432"/>
                  </a:lnTo>
                  <a:lnTo>
                    <a:pt x="184912" y="277432"/>
                  </a:lnTo>
                  <a:lnTo>
                    <a:pt x="184912" y="648589"/>
                  </a:lnTo>
                  <a:lnTo>
                    <a:pt x="277368" y="648589"/>
                  </a:lnTo>
                  <a:lnTo>
                    <a:pt x="277368" y="741045"/>
                  </a:lnTo>
                  <a:lnTo>
                    <a:pt x="555435" y="741045"/>
                  </a:lnTo>
                  <a:lnTo>
                    <a:pt x="555435" y="648589"/>
                  </a:lnTo>
                  <a:lnTo>
                    <a:pt x="648526" y="648589"/>
                  </a:lnTo>
                  <a:lnTo>
                    <a:pt x="648526" y="555498"/>
                  </a:lnTo>
                  <a:lnTo>
                    <a:pt x="833501" y="555498"/>
                  </a:lnTo>
                  <a:lnTo>
                    <a:pt x="833501" y="741109"/>
                  </a:lnTo>
                  <a:lnTo>
                    <a:pt x="741045" y="741109"/>
                  </a:lnTo>
                  <a:lnTo>
                    <a:pt x="741045" y="833565"/>
                  </a:lnTo>
                  <a:lnTo>
                    <a:pt x="648589" y="833565"/>
                  </a:lnTo>
                  <a:lnTo>
                    <a:pt x="648589" y="926020"/>
                  </a:lnTo>
                  <a:lnTo>
                    <a:pt x="184912" y="9260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</p:grpSp>
      <p:grpSp>
        <p:nvGrpSpPr>
          <p:cNvPr id="2016" name="Google Shape;2016;p37"/>
          <p:cNvGrpSpPr/>
          <p:nvPr/>
        </p:nvGrpSpPr>
        <p:grpSpPr>
          <a:xfrm>
            <a:off x="6383222" y="3139193"/>
            <a:ext cx="946911" cy="966699"/>
            <a:chOff x="1438774" y="3590059"/>
            <a:chExt cx="946911" cy="966699"/>
          </a:xfrm>
        </p:grpSpPr>
        <p:grpSp>
          <p:nvGrpSpPr>
            <p:cNvPr id="2017" name="Google Shape;2017;p37"/>
            <p:cNvGrpSpPr/>
            <p:nvPr/>
          </p:nvGrpSpPr>
          <p:grpSpPr>
            <a:xfrm>
              <a:off x="1438774" y="3590059"/>
              <a:ext cx="946911" cy="966699"/>
              <a:chOff x="3707828" y="340487"/>
              <a:chExt cx="1276160" cy="1302829"/>
            </a:xfrm>
          </p:grpSpPr>
          <p:grpSp>
            <p:nvGrpSpPr>
              <p:cNvPr id="2018" name="Google Shape;2018;p37"/>
              <p:cNvGrpSpPr/>
              <p:nvPr/>
            </p:nvGrpSpPr>
            <p:grpSpPr>
              <a:xfrm>
                <a:off x="3707828" y="340487"/>
                <a:ext cx="1276160" cy="1302829"/>
                <a:chOff x="3707828" y="340487"/>
                <a:chExt cx="1276160" cy="1302829"/>
              </a:xfrm>
            </p:grpSpPr>
            <p:sp>
              <p:nvSpPr>
                <p:cNvPr id="2019" name="Google Shape;2019;p37"/>
                <p:cNvSpPr/>
                <p:nvPr/>
              </p:nvSpPr>
              <p:spPr>
                <a:xfrm>
                  <a:off x="3707828" y="340487"/>
                  <a:ext cx="1269809" cy="1296479"/>
                </a:xfrm>
                <a:custGeom>
                  <a:rect b="b" l="l" r="r" t="t"/>
                  <a:pathLst>
                    <a:path extrusionOk="0" h="1296479" w="1269809">
                      <a:moveTo>
                        <a:pt x="0" y="0"/>
                      </a:moveTo>
                      <a:lnTo>
                        <a:pt x="1269809" y="0"/>
                      </a:lnTo>
                      <a:lnTo>
                        <a:pt x="1269809" y="1296480"/>
                      </a:lnTo>
                      <a:lnTo>
                        <a:pt x="0" y="129648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20" name="Google Shape;2020;p37"/>
                <p:cNvSpPr/>
                <p:nvPr/>
              </p:nvSpPr>
              <p:spPr>
                <a:xfrm>
                  <a:off x="4977638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21" name="Google Shape;2021;p37"/>
                <p:cNvSpPr/>
                <p:nvPr/>
              </p:nvSpPr>
              <p:spPr>
                <a:xfrm>
                  <a:off x="3892423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22" name="Google Shape;2022;p37"/>
                <p:cNvSpPr/>
                <p:nvPr/>
              </p:nvSpPr>
              <p:spPr>
                <a:xfrm>
                  <a:off x="4077017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23" name="Google Shape;2023;p37"/>
                <p:cNvSpPr/>
                <p:nvPr/>
              </p:nvSpPr>
              <p:spPr>
                <a:xfrm>
                  <a:off x="4261548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24" name="Google Shape;2024;p37"/>
                <p:cNvSpPr/>
                <p:nvPr/>
              </p:nvSpPr>
              <p:spPr>
                <a:xfrm>
                  <a:off x="4446143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25" name="Google Shape;2025;p37"/>
                <p:cNvSpPr/>
                <p:nvPr/>
              </p:nvSpPr>
              <p:spPr>
                <a:xfrm>
                  <a:off x="4630737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26" name="Google Shape;2026;p37"/>
                <p:cNvSpPr/>
                <p:nvPr/>
              </p:nvSpPr>
              <p:spPr>
                <a:xfrm>
                  <a:off x="4815268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27" name="Google Shape;2027;p37"/>
                <p:cNvSpPr/>
                <p:nvPr/>
              </p:nvSpPr>
              <p:spPr>
                <a:xfrm>
                  <a:off x="3707828" y="525653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28" name="Google Shape;2028;p37"/>
                <p:cNvSpPr/>
                <p:nvPr/>
              </p:nvSpPr>
              <p:spPr>
                <a:xfrm>
                  <a:off x="3707828" y="34048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29" name="Google Shape;2029;p37"/>
                <p:cNvSpPr/>
                <p:nvPr/>
              </p:nvSpPr>
              <p:spPr>
                <a:xfrm>
                  <a:off x="3707828" y="145173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30" name="Google Shape;2030;p37"/>
                <p:cNvSpPr/>
                <p:nvPr/>
              </p:nvSpPr>
              <p:spPr>
                <a:xfrm>
                  <a:off x="3707828" y="1636966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31" name="Google Shape;2031;p37"/>
                <p:cNvSpPr/>
                <p:nvPr/>
              </p:nvSpPr>
              <p:spPr>
                <a:xfrm>
                  <a:off x="3707828" y="126650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32" name="Google Shape;2032;p37"/>
                <p:cNvSpPr/>
                <p:nvPr/>
              </p:nvSpPr>
              <p:spPr>
                <a:xfrm>
                  <a:off x="3707828" y="1081278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33" name="Google Shape;2033;p37"/>
                <p:cNvSpPr/>
                <p:nvPr/>
              </p:nvSpPr>
              <p:spPr>
                <a:xfrm>
                  <a:off x="3707828" y="896112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34" name="Google Shape;2034;p37"/>
                <p:cNvSpPr/>
                <p:nvPr/>
              </p:nvSpPr>
              <p:spPr>
                <a:xfrm>
                  <a:off x="3707828" y="710882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</p:grpSp>
          <p:sp>
            <p:nvSpPr>
              <p:cNvPr id="2035" name="Google Shape;2035;p37"/>
              <p:cNvSpPr/>
              <p:nvPr/>
            </p:nvSpPr>
            <p:spPr>
              <a:xfrm>
                <a:off x="4260913" y="525653"/>
                <a:ext cx="185229" cy="185229"/>
              </a:xfrm>
              <a:custGeom>
                <a:rect b="b" l="l" r="r" t="t"/>
                <a:pathLst>
                  <a:path extrusionOk="0" h="185229" w="185229">
                    <a:moveTo>
                      <a:pt x="0" y="0"/>
                    </a:moveTo>
                    <a:lnTo>
                      <a:pt x="185229" y="0"/>
                    </a:lnTo>
                    <a:lnTo>
                      <a:pt x="185229" y="185229"/>
                    </a:lnTo>
                    <a:lnTo>
                      <a:pt x="0" y="18522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grpSp>
          <p:nvGrpSpPr>
            <p:cNvPr id="2036" name="Google Shape;2036;p37"/>
            <p:cNvGrpSpPr/>
            <p:nvPr/>
          </p:nvGrpSpPr>
          <p:grpSpPr>
            <a:xfrm>
              <a:off x="1712541" y="3729479"/>
              <a:ext cx="497389" cy="685349"/>
              <a:chOff x="1712541" y="3729479"/>
              <a:chExt cx="497389" cy="685349"/>
            </a:xfrm>
          </p:grpSpPr>
          <p:sp>
            <p:nvSpPr>
              <p:cNvPr id="2037" name="Google Shape;2037;p37"/>
              <p:cNvSpPr/>
              <p:nvPr/>
            </p:nvSpPr>
            <p:spPr>
              <a:xfrm>
                <a:off x="1712541" y="3729479"/>
                <a:ext cx="497389" cy="685349"/>
              </a:xfrm>
              <a:custGeom>
                <a:rect b="b" l="l" r="r" t="t"/>
                <a:pathLst>
                  <a:path extrusionOk="0" h="926147" w="672147">
                    <a:moveTo>
                      <a:pt x="0" y="926084"/>
                    </a:moveTo>
                    <a:lnTo>
                      <a:pt x="0" y="0"/>
                    </a:lnTo>
                    <a:lnTo>
                      <a:pt x="149161" y="0"/>
                    </a:lnTo>
                    <a:lnTo>
                      <a:pt x="149161" y="331026"/>
                    </a:lnTo>
                    <a:lnTo>
                      <a:pt x="223711" y="331026"/>
                    </a:lnTo>
                    <a:lnTo>
                      <a:pt x="223711" y="264986"/>
                    </a:lnTo>
                    <a:lnTo>
                      <a:pt x="523049" y="264986"/>
                    </a:lnTo>
                    <a:lnTo>
                      <a:pt x="523049" y="331026"/>
                    </a:lnTo>
                    <a:lnTo>
                      <a:pt x="597598" y="331026"/>
                    </a:lnTo>
                    <a:lnTo>
                      <a:pt x="597598" y="397066"/>
                    </a:lnTo>
                    <a:lnTo>
                      <a:pt x="672148" y="397066"/>
                    </a:lnTo>
                    <a:lnTo>
                      <a:pt x="672148" y="794068"/>
                    </a:lnTo>
                    <a:lnTo>
                      <a:pt x="597598" y="794068"/>
                    </a:lnTo>
                    <a:lnTo>
                      <a:pt x="597598" y="860108"/>
                    </a:lnTo>
                    <a:lnTo>
                      <a:pt x="523049" y="860108"/>
                    </a:lnTo>
                    <a:lnTo>
                      <a:pt x="523049" y="926148"/>
                    </a:lnTo>
                    <a:lnTo>
                      <a:pt x="223711" y="926148"/>
                    </a:lnTo>
                    <a:lnTo>
                      <a:pt x="223711" y="860108"/>
                    </a:lnTo>
                    <a:lnTo>
                      <a:pt x="149161" y="860108"/>
                    </a:lnTo>
                    <a:lnTo>
                      <a:pt x="149161" y="926148"/>
                    </a:lnTo>
                    <a:lnTo>
                      <a:pt x="0" y="926148"/>
                    </a:lnTo>
                    <a:close/>
                    <a:moveTo>
                      <a:pt x="447992" y="794068"/>
                    </a:moveTo>
                    <a:lnTo>
                      <a:pt x="447992" y="728027"/>
                    </a:lnTo>
                    <a:lnTo>
                      <a:pt x="523113" y="728027"/>
                    </a:lnTo>
                    <a:lnTo>
                      <a:pt x="523113" y="463042"/>
                    </a:lnTo>
                    <a:lnTo>
                      <a:pt x="447992" y="463042"/>
                    </a:lnTo>
                    <a:lnTo>
                      <a:pt x="447992" y="397002"/>
                    </a:lnTo>
                    <a:lnTo>
                      <a:pt x="223711" y="397002"/>
                    </a:lnTo>
                    <a:lnTo>
                      <a:pt x="223711" y="463042"/>
                    </a:lnTo>
                    <a:lnTo>
                      <a:pt x="149161" y="463042"/>
                    </a:lnTo>
                    <a:lnTo>
                      <a:pt x="149161" y="728027"/>
                    </a:lnTo>
                    <a:lnTo>
                      <a:pt x="223711" y="728027"/>
                    </a:lnTo>
                    <a:lnTo>
                      <a:pt x="223711" y="794068"/>
                    </a:lnTo>
                    <a:lnTo>
                      <a:pt x="447992" y="79406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2038" name="Google Shape;2038;p37"/>
              <p:cNvSpPr/>
              <p:nvPr/>
            </p:nvSpPr>
            <p:spPr>
              <a:xfrm>
                <a:off x="2049409" y="3974898"/>
                <a:ext cx="104364" cy="98114"/>
              </a:xfrm>
              <a:custGeom>
                <a:rect b="b" l="l" r="r" t="t"/>
                <a:pathLst>
                  <a:path extrusionOk="0" h="132587" w="141033">
                    <a:moveTo>
                      <a:pt x="0" y="0"/>
                    </a:moveTo>
                    <a:lnTo>
                      <a:pt x="141034" y="0"/>
                    </a:lnTo>
                    <a:lnTo>
                      <a:pt x="141034" y="132588"/>
                    </a:lnTo>
                    <a:lnTo>
                      <a:pt x="0" y="1325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39" name="Google Shape;2039;p37"/>
              <p:cNvSpPr/>
              <p:nvPr/>
            </p:nvSpPr>
            <p:spPr>
              <a:xfrm>
                <a:off x="1744815" y="3729480"/>
                <a:ext cx="104364" cy="685302"/>
              </a:xfrm>
              <a:custGeom>
                <a:rect b="b" l="l" r="r" t="t"/>
                <a:pathLst>
                  <a:path extrusionOk="0" h="926084" w="141033">
                    <a:moveTo>
                      <a:pt x="0" y="0"/>
                    </a:moveTo>
                    <a:lnTo>
                      <a:pt x="141034" y="0"/>
                    </a:lnTo>
                    <a:lnTo>
                      <a:pt x="141034" y="926084"/>
                    </a:lnTo>
                    <a:lnTo>
                      <a:pt x="0" y="9260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40" name="Google Shape;2040;p37"/>
              <p:cNvSpPr/>
              <p:nvPr/>
            </p:nvSpPr>
            <p:spPr>
              <a:xfrm>
                <a:off x="2049409" y="4269457"/>
                <a:ext cx="104364" cy="98114"/>
              </a:xfrm>
              <a:custGeom>
                <a:rect b="b" l="l" r="r" t="t"/>
                <a:pathLst>
                  <a:path extrusionOk="0" h="132587" w="141033">
                    <a:moveTo>
                      <a:pt x="0" y="0"/>
                    </a:moveTo>
                    <a:lnTo>
                      <a:pt x="141034" y="0"/>
                    </a:lnTo>
                    <a:lnTo>
                      <a:pt x="141034" y="132588"/>
                    </a:lnTo>
                    <a:lnTo>
                      <a:pt x="0" y="1325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</p:grpSp>
      <p:grpSp>
        <p:nvGrpSpPr>
          <p:cNvPr id="2041" name="Google Shape;2041;p37"/>
          <p:cNvGrpSpPr/>
          <p:nvPr/>
        </p:nvGrpSpPr>
        <p:grpSpPr>
          <a:xfrm>
            <a:off x="5626420" y="2656042"/>
            <a:ext cx="946911" cy="966699"/>
            <a:chOff x="151447" y="3590017"/>
            <a:chExt cx="946911" cy="966699"/>
          </a:xfrm>
        </p:grpSpPr>
        <p:grpSp>
          <p:nvGrpSpPr>
            <p:cNvPr id="2042" name="Google Shape;2042;p37"/>
            <p:cNvGrpSpPr/>
            <p:nvPr/>
          </p:nvGrpSpPr>
          <p:grpSpPr>
            <a:xfrm>
              <a:off x="151447" y="3590017"/>
              <a:ext cx="946911" cy="966699"/>
              <a:chOff x="373316" y="340487"/>
              <a:chExt cx="1276160" cy="1302829"/>
            </a:xfrm>
          </p:grpSpPr>
          <p:sp>
            <p:nvSpPr>
              <p:cNvPr id="2043" name="Google Shape;2043;p37"/>
              <p:cNvSpPr/>
              <p:nvPr/>
            </p:nvSpPr>
            <p:spPr>
              <a:xfrm>
                <a:off x="373316" y="340487"/>
                <a:ext cx="1269809" cy="1296479"/>
              </a:xfrm>
              <a:custGeom>
                <a:rect b="b" l="l" r="r" t="t"/>
                <a:pathLst>
                  <a:path extrusionOk="0" h="1296479" w="1269809">
                    <a:moveTo>
                      <a:pt x="0" y="0"/>
                    </a:moveTo>
                    <a:lnTo>
                      <a:pt x="1269810" y="0"/>
                    </a:lnTo>
                    <a:lnTo>
                      <a:pt x="1269810" y="1296480"/>
                    </a:lnTo>
                    <a:lnTo>
                      <a:pt x="0" y="129648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44" name="Google Shape;2044;p37"/>
              <p:cNvSpPr/>
              <p:nvPr/>
            </p:nvSpPr>
            <p:spPr>
              <a:xfrm>
                <a:off x="1643126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45" name="Google Shape;2045;p37"/>
              <p:cNvSpPr/>
              <p:nvPr/>
            </p:nvSpPr>
            <p:spPr>
              <a:xfrm>
                <a:off x="557911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46" name="Google Shape;2046;p37"/>
              <p:cNvSpPr/>
              <p:nvPr/>
            </p:nvSpPr>
            <p:spPr>
              <a:xfrm>
                <a:off x="742505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47" name="Google Shape;2047;p37"/>
              <p:cNvSpPr/>
              <p:nvPr/>
            </p:nvSpPr>
            <p:spPr>
              <a:xfrm>
                <a:off x="927100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48" name="Google Shape;2048;p37"/>
              <p:cNvSpPr/>
              <p:nvPr/>
            </p:nvSpPr>
            <p:spPr>
              <a:xfrm>
                <a:off x="1111631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49" name="Google Shape;2049;p37"/>
              <p:cNvSpPr/>
              <p:nvPr/>
            </p:nvSpPr>
            <p:spPr>
              <a:xfrm>
                <a:off x="1296225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50" name="Google Shape;2050;p37"/>
              <p:cNvSpPr/>
              <p:nvPr/>
            </p:nvSpPr>
            <p:spPr>
              <a:xfrm>
                <a:off x="1480820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51" name="Google Shape;2051;p37"/>
              <p:cNvSpPr/>
              <p:nvPr/>
            </p:nvSpPr>
            <p:spPr>
              <a:xfrm>
                <a:off x="373316" y="525653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52" name="Google Shape;2052;p37"/>
              <p:cNvSpPr/>
              <p:nvPr/>
            </p:nvSpPr>
            <p:spPr>
              <a:xfrm>
                <a:off x="373316" y="340487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53" name="Google Shape;2053;p37"/>
              <p:cNvSpPr/>
              <p:nvPr/>
            </p:nvSpPr>
            <p:spPr>
              <a:xfrm>
                <a:off x="373316" y="1451737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54" name="Google Shape;2054;p37"/>
              <p:cNvSpPr/>
              <p:nvPr/>
            </p:nvSpPr>
            <p:spPr>
              <a:xfrm>
                <a:off x="373316" y="1636966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55" name="Google Shape;2055;p37"/>
              <p:cNvSpPr/>
              <p:nvPr/>
            </p:nvSpPr>
            <p:spPr>
              <a:xfrm>
                <a:off x="373316" y="1266507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56" name="Google Shape;2056;p37"/>
              <p:cNvSpPr/>
              <p:nvPr/>
            </p:nvSpPr>
            <p:spPr>
              <a:xfrm>
                <a:off x="373316" y="1081278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57" name="Google Shape;2057;p37"/>
              <p:cNvSpPr/>
              <p:nvPr/>
            </p:nvSpPr>
            <p:spPr>
              <a:xfrm>
                <a:off x="373316" y="896112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58" name="Google Shape;2058;p37"/>
              <p:cNvSpPr/>
              <p:nvPr/>
            </p:nvSpPr>
            <p:spPr>
              <a:xfrm>
                <a:off x="373316" y="710882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grpSp>
          <p:nvGrpSpPr>
            <p:cNvPr id="2059" name="Google Shape;2059;p37"/>
            <p:cNvGrpSpPr/>
            <p:nvPr/>
          </p:nvGrpSpPr>
          <p:grpSpPr>
            <a:xfrm>
              <a:off x="288463" y="3729601"/>
              <a:ext cx="685212" cy="687570"/>
              <a:chOff x="288463" y="3729601"/>
              <a:chExt cx="685212" cy="687570"/>
            </a:xfrm>
          </p:grpSpPr>
          <p:sp>
            <p:nvSpPr>
              <p:cNvPr id="2060" name="Google Shape;2060;p37"/>
              <p:cNvSpPr/>
              <p:nvPr/>
            </p:nvSpPr>
            <p:spPr>
              <a:xfrm>
                <a:off x="288463" y="3729601"/>
                <a:ext cx="685212" cy="687570"/>
              </a:xfrm>
              <a:custGeom>
                <a:rect b="b" l="l" r="r" t="t"/>
                <a:pathLst>
                  <a:path extrusionOk="0" h="926020" w="922845">
                    <a:moveTo>
                      <a:pt x="204724" y="925894"/>
                    </a:moveTo>
                    <a:lnTo>
                      <a:pt x="204724" y="833438"/>
                    </a:lnTo>
                    <a:lnTo>
                      <a:pt x="102362" y="833438"/>
                    </a:lnTo>
                    <a:lnTo>
                      <a:pt x="102362" y="740982"/>
                    </a:lnTo>
                    <a:lnTo>
                      <a:pt x="0" y="740982"/>
                    </a:lnTo>
                    <a:lnTo>
                      <a:pt x="0" y="555371"/>
                    </a:lnTo>
                    <a:lnTo>
                      <a:pt x="102362" y="555371"/>
                    </a:lnTo>
                    <a:lnTo>
                      <a:pt x="102362" y="462915"/>
                    </a:lnTo>
                    <a:lnTo>
                      <a:pt x="307150" y="462915"/>
                    </a:lnTo>
                    <a:lnTo>
                      <a:pt x="307150" y="370459"/>
                    </a:lnTo>
                    <a:lnTo>
                      <a:pt x="718122" y="370459"/>
                    </a:lnTo>
                    <a:lnTo>
                      <a:pt x="718122" y="277368"/>
                    </a:lnTo>
                    <a:lnTo>
                      <a:pt x="615061" y="277368"/>
                    </a:lnTo>
                    <a:lnTo>
                      <a:pt x="615061" y="184912"/>
                    </a:lnTo>
                    <a:lnTo>
                      <a:pt x="307213" y="184912"/>
                    </a:lnTo>
                    <a:lnTo>
                      <a:pt x="307213" y="277368"/>
                    </a:lnTo>
                    <a:lnTo>
                      <a:pt x="63" y="277368"/>
                    </a:lnTo>
                    <a:lnTo>
                      <a:pt x="63" y="184912"/>
                    </a:lnTo>
                    <a:lnTo>
                      <a:pt x="102425" y="184912"/>
                    </a:lnTo>
                    <a:lnTo>
                      <a:pt x="102425" y="92456"/>
                    </a:lnTo>
                    <a:lnTo>
                      <a:pt x="204788" y="92456"/>
                    </a:lnTo>
                    <a:lnTo>
                      <a:pt x="204788" y="0"/>
                    </a:lnTo>
                    <a:lnTo>
                      <a:pt x="718122" y="0"/>
                    </a:lnTo>
                    <a:lnTo>
                      <a:pt x="718122" y="92456"/>
                    </a:lnTo>
                    <a:lnTo>
                      <a:pt x="820484" y="92456"/>
                    </a:lnTo>
                    <a:lnTo>
                      <a:pt x="820484" y="184912"/>
                    </a:lnTo>
                    <a:lnTo>
                      <a:pt x="922845" y="184912"/>
                    </a:lnTo>
                    <a:lnTo>
                      <a:pt x="922845" y="926021"/>
                    </a:lnTo>
                    <a:lnTo>
                      <a:pt x="718058" y="926021"/>
                    </a:lnTo>
                    <a:lnTo>
                      <a:pt x="718058" y="833565"/>
                    </a:lnTo>
                    <a:lnTo>
                      <a:pt x="614998" y="833565"/>
                    </a:lnTo>
                    <a:lnTo>
                      <a:pt x="614998" y="926021"/>
                    </a:lnTo>
                    <a:lnTo>
                      <a:pt x="204724" y="926021"/>
                    </a:lnTo>
                    <a:close/>
                    <a:moveTo>
                      <a:pt x="614998" y="740918"/>
                    </a:moveTo>
                    <a:lnTo>
                      <a:pt x="614998" y="648462"/>
                    </a:lnTo>
                    <a:lnTo>
                      <a:pt x="718058" y="648462"/>
                    </a:lnTo>
                    <a:lnTo>
                      <a:pt x="718058" y="462852"/>
                    </a:lnTo>
                    <a:lnTo>
                      <a:pt x="614998" y="462852"/>
                    </a:lnTo>
                    <a:lnTo>
                      <a:pt x="614998" y="555308"/>
                    </a:lnTo>
                    <a:lnTo>
                      <a:pt x="255968" y="555308"/>
                    </a:lnTo>
                    <a:lnTo>
                      <a:pt x="255968" y="740918"/>
                    </a:lnTo>
                    <a:lnTo>
                      <a:pt x="614998" y="7409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2061" name="Google Shape;2061;p37"/>
              <p:cNvSpPr/>
              <p:nvPr/>
            </p:nvSpPr>
            <p:spPr>
              <a:xfrm>
                <a:off x="425385" y="4318234"/>
                <a:ext cx="250690" cy="98446"/>
              </a:xfrm>
              <a:custGeom>
                <a:rect b="b" l="l" r="r" t="t"/>
                <a:pathLst>
                  <a:path extrusionOk="0" h="132587" w="337629">
                    <a:moveTo>
                      <a:pt x="0" y="0"/>
                    </a:moveTo>
                    <a:lnTo>
                      <a:pt x="337630" y="0"/>
                    </a:lnTo>
                    <a:lnTo>
                      <a:pt x="337630" y="132588"/>
                    </a:lnTo>
                    <a:lnTo>
                      <a:pt x="0" y="1325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62" name="Google Shape;2062;p37"/>
              <p:cNvSpPr/>
              <p:nvPr/>
            </p:nvSpPr>
            <p:spPr>
              <a:xfrm>
                <a:off x="722694" y="4043401"/>
                <a:ext cx="250690" cy="98446"/>
              </a:xfrm>
              <a:custGeom>
                <a:rect b="b" l="l" r="r" t="t"/>
                <a:pathLst>
                  <a:path extrusionOk="0" h="132587" w="337629">
                    <a:moveTo>
                      <a:pt x="0" y="0"/>
                    </a:moveTo>
                    <a:lnTo>
                      <a:pt x="337629" y="0"/>
                    </a:lnTo>
                    <a:lnTo>
                      <a:pt x="337629" y="132588"/>
                    </a:lnTo>
                    <a:lnTo>
                      <a:pt x="0" y="1325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</p:grpSp>
      <p:sp>
        <p:nvSpPr>
          <p:cNvPr id="2063" name="Google Shape;2063;p37"/>
          <p:cNvSpPr txBox="1"/>
          <p:nvPr>
            <p:ph idx="4" type="subTitle"/>
          </p:nvPr>
        </p:nvSpPr>
        <p:spPr>
          <a:xfrm>
            <a:off x="516425" y="2548200"/>
            <a:ext cx="3736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replace intuition-based decision-making with data-driven insights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optimizing operations and profitability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bridging the gap between technical data analysis and executive 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2064" name="Google Shape;2064;p37"/>
          <p:cNvSpPr txBox="1"/>
          <p:nvPr>
            <p:ph type="title"/>
          </p:nvPr>
        </p:nvSpPr>
        <p:spPr>
          <a:xfrm>
            <a:off x="209775" y="468575"/>
            <a:ext cx="73401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</a:t>
            </a:r>
            <a:r>
              <a:rPr lang="en">
                <a:solidFill>
                  <a:schemeClr val="lt1"/>
                </a:solidFill>
              </a:rPr>
              <a:t>Outcome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65" name="Google Shape;2065;p37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9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p38"/>
          <p:cNvSpPr/>
          <p:nvPr/>
        </p:nvSpPr>
        <p:spPr>
          <a:xfrm>
            <a:off x="440822" y="1372004"/>
            <a:ext cx="3579600" cy="3521100"/>
          </a:xfrm>
          <a:prstGeom prst="roundRect">
            <a:avLst>
              <a:gd fmla="val 196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9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71" name="Google Shape;2071;p38"/>
          <p:cNvGrpSpPr/>
          <p:nvPr/>
        </p:nvGrpSpPr>
        <p:grpSpPr>
          <a:xfrm>
            <a:off x="510971" y="1467658"/>
            <a:ext cx="277873" cy="68400"/>
            <a:chOff x="520925" y="1460325"/>
            <a:chExt cx="277873" cy="68400"/>
          </a:xfrm>
        </p:grpSpPr>
        <p:sp>
          <p:nvSpPr>
            <p:cNvPr id="2072" name="Google Shape;2072;p38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38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38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5" name="Google Shape;2075;p38"/>
          <p:cNvSpPr/>
          <p:nvPr/>
        </p:nvSpPr>
        <p:spPr>
          <a:xfrm>
            <a:off x="5123580" y="1372004"/>
            <a:ext cx="3579600" cy="3521100"/>
          </a:xfrm>
          <a:prstGeom prst="roundRect">
            <a:avLst>
              <a:gd fmla="val 196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9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76" name="Google Shape;2076;p38"/>
          <p:cNvGrpSpPr/>
          <p:nvPr/>
        </p:nvGrpSpPr>
        <p:grpSpPr>
          <a:xfrm>
            <a:off x="5193729" y="1467658"/>
            <a:ext cx="277873" cy="68400"/>
            <a:chOff x="520925" y="1460325"/>
            <a:chExt cx="277873" cy="68400"/>
          </a:xfrm>
        </p:grpSpPr>
        <p:sp>
          <p:nvSpPr>
            <p:cNvPr id="2077" name="Google Shape;2077;p38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38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38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0" name="Google Shape;2080;p38"/>
          <p:cNvSpPr/>
          <p:nvPr>
            <p:ph idx="2" type="pic"/>
          </p:nvPr>
        </p:nvSpPr>
        <p:spPr>
          <a:xfrm rot="10800000">
            <a:off x="5123579" y="1631604"/>
            <a:ext cx="3579600" cy="3261600"/>
          </a:xfrm>
          <a:prstGeom prst="round2SameRect">
            <a:avLst>
              <a:gd fmla="val 1981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81" name="Google Shape;2081;p38"/>
          <p:cNvSpPr/>
          <p:nvPr>
            <p:ph idx="3" type="pic"/>
          </p:nvPr>
        </p:nvSpPr>
        <p:spPr>
          <a:xfrm rot="10800000">
            <a:off x="440821" y="1637304"/>
            <a:ext cx="3579600" cy="3255900"/>
          </a:xfrm>
          <a:prstGeom prst="round2SameRect">
            <a:avLst>
              <a:gd fmla="val 1981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82" name="Google Shape;2082;p38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Name </a:t>
            </a:r>
            <a:endParaRPr/>
          </a:p>
        </p:txBody>
      </p:sp>
      <p:sp>
        <p:nvSpPr>
          <p:cNvPr id="2083" name="Google Shape;2083;p38"/>
          <p:cNvSpPr txBox="1"/>
          <p:nvPr>
            <p:ph idx="3" type="body"/>
          </p:nvPr>
        </p:nvSpPr>
        <p:spPr>
          <a:xfrm>
            <a:off x="940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Department    Course Number    Section    Time    Location</a:t>
            </a:r>
            <a:endParaRPr/>
          </a:p>
        </p:txBody>
      </p:sp>
      <p:sp>
        <p:nvSpPr>
          <p:cNvPr id="2084" name="Google Shape;2084;p38"/>
          <p:cNvSpPr txBox="1"/>
          <p:nvPr>
            <p:ph type="title"/>
          </p:nvPr>
        </p:nvSpPr>
        <p:spPr>
          <a:xfrm>
            <a:off x="209775" y="468575"/>
            <a:ext cx="60489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Methods</a:t>
            </a:r>
            <a:endParaRPr/>
          </a:p>
        </p:txBody>
      </p:sp>
      <p:pic>
        <p:nvPicPr>
          <p:cNvPr descr="Person sitting at desk using a laptop in classroom." id="2085" name="Google Shape;2085;p38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0" l="13304" r="13312" t="0"/>
          <a:stretch/>
        </p:blipFill>
        <p:spPr>
          <a:xfrm>
            <a:off x="440821" y="1637304"/>
            <a:ext cx="3579602" cy="325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ar view of a class room with instructor at the front." id="2086" name="Google Shape;2086;p38"/>
          <p:cNvPicPr preferRelativeResize="0"/>
          <p:nvPr>
            <p:ph idx="5" type="pic"/>
          </p:nvPr>
        </p:nvPicPr>
        <p:blipFill rotWithShape="1">
          <a:blip r:embed="rId4">
            <a:alphaModFix/>
          </a:blip>
          <a:srcRect b="0" l="13423" r="13430" t="0"/>
          <a:stretch/>
        </p:blipFill>
        <p:spPr>
          <a:xfrm>
            <a:off x="5123579" y="1631604"/>
            <a:ext cx="3579602" cy="3261599"/>
          </a:xfrm>
          <a:prstGeom prst="rect">
            <a:avLst/>
          </a:prstGeom>
          <a:noFill/>
          <a:ln>
            <a:noFill/>
          </a:ln>
        </p:spPr>
      </p:pic>
      <p:sp>
        <p:nvSpPr>
          <p:cNvPr id="2087" name="Google Shape;2087;p38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39"/>
          <p:cNvSpPr/>
          <p:nvPr/>
        </p:nvSpPr>
        <p:spPr>
          <a:xfrm>
            <a:off x="364825" y="2315515"/>
            <a:ext cx="3873000" cy="24582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3" name="Google Shape;2093;p39"/>
          <p:cNvSpPr/>
          <p:nvPr/>
        </p:nvSpPr>
        <p:spPr>
          <a:xfrm>
            <a:off x="4828700" y="2315515"/>
            <a:ext cx="3873000" cy="24582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94" name="Google Shape;2094;p39"/>
          <p:cNvGrpSpPr/>
          <p:nvPr/>
        </p:nvGrpSpPr>
        <p:grpSpPr>
          <a:xfrm>
            <a:off x="4922013" y="2416840"/>
            <a:ext cx="277873" cy="68400"/>
            <a:chOff x="5024113" y="2416840"/>
            <a:chExt cx="277873" cy="68400"/>
          </a:xfrm>
        </p:grpSpPr>
        <p:sp>
          <p:nvSpPr>
            <p:cNvPr id="2095" name="Google Shape;2095;p39"/>
            <p:cNvSpPr/>
            <p:nvPr/>
          </p:nvSpPr>
          <p:spPr>
            <a:xfrm>
              <a:off x="5024113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39"/>
            <p:cNvSpPr/>
            <p:nvPr/>
          </p:nvSpPr>
          <p:spPr>
            <a:xfrm>
              <a:off x="5128849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39"/>
            <p:cNvSpPr/>
            <p:nvPr/>
          </p:nvSpPr>
          <p:spPr>
            <a:xfrm>
              <a:off x="5233585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8" name="Google Shape;2098;p39"/>
          <p:cNvGrpSpPr/>
          <p:nvPr/>
        </p:nvGrpSpPr>
        <p:grpSpPr>
          <a:xfrm>
            <a:off x="422950" y="2416840"/>
            <a:ext cx="277873" cy="68400"/>
            <a:chOff x="411700" y="2416840"/>
            <a:chExt cx="277873" cy="68400"/>
          </a:xfrm>
        </p:grpSpPr>
        <p:sp>
          <p:nvSpPr>
            <p:cNvPr id="2099" name="Google Shape;2099;p3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3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3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2" name="Google Shape;2102;p39"/>
          <p:cNvSpPr txBox="1"/>
          <p:nvPr>
            <p:ph idx="4" type="subTitle"/>
          </p:nvPr>
        </p:nvSpPr>
        <p:spPr>
          <a:xfrm>
            <a:off x="354925" y="2548200"/>
            <a:ext cx="38919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</a:pPr>
            <a:r>
              <a:rPr lang="en"/>
              <a:t>Focus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</a:pPr>
            <a:r>
              <a:rPr lang="en"/>
              <a:t>Consistent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</a:pPr>
            <a:r>
              <a:rPr lang="en"/>
              <a:t>Implementation</a:t>
            </a:r>
            <a:endParaRPr/>
          </a:p>
        </p:txBody>
      </p:sp>
      <p:sp>
        <p:nvSpPr>
          <p:cNvPr id="2103" name="Google Shape;2103;p39"/>
          <p:cNvSpPr txBox="1"/>
          <p:nvPr>
            <p:ph idx="5" type="subTitle"/>
          </p:nvPr>
        </p:nvSpPr>
        <p:spPr>
          <a:xfrm>
            <a:off x="4814400" y="2548200"/>
            <a:ext cx="38919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</a:pPr>
            <a:r>
              <a:rPr lang="en"/>
              <a:t>Disruptions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</a:pPr>
            <a:r>
              <a:rPr lang="en"/>
              <a:t>Cognitive Focus</a:t>
            </a:r>
            <a:endParaRPr/>
          </a:p>
        </p:txBody>
      </p:sp>
      <p:sp>
        <p:nvSpPr>
          <p:cNvPr id="2104" name="Google Shape;2104;p39"/>
          <p:cNvSpPr txBox="1"/>
          <p:nvPr>
            <p:ph type="title"/>
          </p:nvPr>
        </p:nvSpPr>
        <p:spPr>
          <a:xfrm>
            <a:off x="209775" y="468575"/>
            <a:ext cx="75564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Class Expectations</a:t>
            </a:r>
            <a:endParaRPr/>
          </a:p>
        </p:txBody>
      </p:sp>
      <p:sp>
        <p:nvSpPr>
          <p:cNvPr id="2105" name="Google Shape;2105;p39"/>
          <p:cNvSpPr txBox="1"/>
          <p:nvPr>
            <p:ph idx="2" type="body"/>
          </p:nvPr>
        </p:nvSpPr>
        <p:spPr>
          <a:xfrm>
            <a:off x="167325" y="-39600"/>
            <a:ext cx="1169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/>
              <a:t>Name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p39"/>
          <p:cNvSpPr txBox="1"/>
          <p:nvPr>
            <p:ph idx="3" type="body"/>
          </p:nvPr>
        </p:nvSpPr>
        <p:spPr>
          <a:xfrm>
            <a:off x="940775" y="-39600"/>
            <a:ext cx="3810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   Course Number    Section    Time   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7" name="Google Shape;2107;p39"/>
          <p:cNvSpPr/>
          <p:nvPr/>
        </p:nvSpPr>
        <p:spPr>
          <a:xfrm>
            <a:off x="364825" y="1543902"/>
            <a:ext cx="1953600" cy="6303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Do’s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8" name="Google Shape;2108;p39"/>
          <p:cNvSpPr/>
          <p:nvPr/>
        </p:nvSpPr>
        <p:spPr>
          <a:xfrm>
            <a:off x="4828703" y="1541150"/>
            <a:ext cx="1953600" cy="6303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Don’ts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9" name="Google Shape;2109;p39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p40"/>
          <p:cNvSpPr txBox="1"/>
          <p:nvPr>
            <p:ph idx="2" type="body"/>
          </p:nvPr>
        </p:nvSpPr>
        <p:spPr>
          <a:xfrm>
            <a:off x="167325" y="-39600"/>
            <a:ext cx="1169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Name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5" name="Google Shape;2115;p40"/>
          <p:cNvSpPr txBox="1"/>
          <p:nvPr>
            <p:ph idx="3" type="body"/>
          </p:nvPr>
        </p:nvSpPr>
        <p:spPr>
          <a:xfrm>
            <a:off x="940775" y="-39600"/>
            <a:ext cx="3810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   Course Number    Section    Time   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40"/>
          <p:cNvSpPr txBox="1"/>
          <p:nvPr>
            <p:ph type="title"/>
          </p:nvPr>
        </p:nvSpPr>
        <p:spPr>
          <a:xfrm>
            <a:off x="209775" y="468575"/>
            <a:ext cx="50160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</a:t>
            </a:r>
            <a:endParaRPr/>
          </a:p>
        </p:txBody>
      </p:sp>
      <p:sp>
        <p:nvSpPr>
          <p:cNvPr id="2117" name="Google Shape;2117;p40"/>
          <p:cNvSpPr/>
          <p:nvPr/>
        </p:nvSpPr>
        <p:spPr>
          <a:xfrm>
            <a:off x="311700" y="1656688"/>
            <a:ext cx="4004400" cy="9801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Day: </a:t>
            </a:r>
            <a:r>
              <a:rPr b="1"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Monday</a:t>
            </a:r>
            <a:r>
              <a:rPr b="1"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Friday</a:t>
            </a:r>
            <a:endParaRPr b="1"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8" name="Google Shape;2118;p40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9" name="Google Shape;2119;p40"/>
          <p:cNvSpPr/>
          <p:nvPr/>
        </p:nvSpPr>
        <p:spPr>
          <a:xfrm>
            <a:off x="311700" y="2975300"/>
            <a:ext cx="4004400" cy="9801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Time: 7a.m to 9a.m</a:t>
            </a:r>
            <a:endParaRPr b="1"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0" name="Google Shape;2120;p40"/>
          <p:cNvSpPr/>
          <p:nvPr/>
        </p:nvSpPr>
        <p:spPr>
          <a:xfrm>
            <a:off x="4751075" y="2245850"/>
            <a:ext cx="4004400" cy="980100"/>
          </a:xfrm>
          <a:prstGeom prst="roundRect">
            <a:avLst>
              <a:gd fmla="val 5000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Holiday: Saturday and Sunday</a:t>
            </a:r>
            <a:endParaRPr b="1"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p41"/>
          <p:cNvSpPr/>
          <p:nvPr/>
        </p:nvSpPr>
        <p:spPr>
          <a:xfrm>
            <a:off x="342570" y="2317834"/>
            <a:ext cx="5772900" cy="24330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9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41"/>
          <p:cNvSpPr txBox="1"/>
          <p:nvPr>
            <p:ph idx="4" type="subTitle"/>
          </p:nvPr>
        </p:nvSpPr>
        <p:spPr>
          <a:xfrm>
            <a:off x="342725" y="2548200"/>
            <a:ext cx="57729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</a:pPr>
            <a:r>
              <a:rPr lang="en"/>
              <a:t>Communication and participation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</a:pPr>
            <a:r>
              <a:rPr lang="en"/>
              <a:t>Respecting space and property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</a:pPr>
            <a:r>
              <a:rPr lang="en"/>
              <a:t>Group work and peer interaction.</a:t>
            </a:r>
            <a:endParaRPr/>
          </a:p>
        </p:txBody>
      </p:sp>
      <p:sp>
        <p:nvSpPr>
          <p:cNvPr id="2127" name="Google Shape;2127;p41"/>
          <p:cNvSpPr/>
          <p:nvPr/>
        </p:nvSpPr>
        <p:spPr>
          <a:xfrm>
            <a:off x="6653284" y="2317834"/>
            <a:ext cx="2149200" cy="24330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9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41"/>
          <p:cNvSpPr/>
          <p:nvPr/>
        </p:nvSpPr>
        <p:spPr>
          <a:xfrm>
            <a:off x="6791859" y="4147459"/>
            <a:ext cx="1080900" cy="4515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Tips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29" name="Google Shape;2129;p41"/>
          <p:cNvGrpSpPr/>
          <p:nvPr/>
        </p:nvGrpSpPr>
        <p:grpSpPr>
          <a:xfrm>
            <a:off x="6723459" y="2419159"/>
            <a:ext cx="277873" cy="68400"/>
            <a:chOff x="6723459" y="2419159"/>
            <a:chExt cx="277873" cy="68400"/>
          </a:xfrm>
        </p:grpSpPr>
        <p:sp>
          <p:nvSpPr>
            <p:cNvPr id="2130" name="Google Shape;2130;p41"/>
            <p:cNvSpPr/>
            <p:nvPr/>
          </p:nvSpPr>
          <p:spPr>
            <a:xfrm>
              <a:off x="6723459" y="2419159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41"/>
            <p:cNvSpPr/>
            <p:nvPr/>
          </p:nvSpPr>
          <p:spPr>
            <a:xfrm>
              <a:off x="6828196" y="2419159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41"/>
            <p:cNvSpPr/>
            <p:nvPr/>
          </p:nvSpPr>
          <p:spPr>
            <a:xfrm>
              <a:off x="6932932" y="2419159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3" name="Google Shape;2133;p41"/>
          <p:cNvGrpSpPr/>
          <p:nvPr/>
        </p:nvGrpSpPr>
        <p:grpSpPr>
          <a:xfrm>
            <a:off x="412745" y="2419159"/>
            <a:ext cx="277873" cy="68400"/>
            <a:chOff x="412745" y="2419159"/>
            <a:chExt cx="277873" cy="68400"/>
          </a:xfrm>
        </p:grpSpPr>
        <p:sp>
          <p:nvSpPr>
            <p:cNvPr id="2134" name="Google Shape;2134;p41"/>
            <p:cNvSpPr/>
            <p:nvPr/>
          </p:nvSpPr>
          <p:spPr>
            <a:xfrm>
              <a:off x="412745" y="2419159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41"/>
            <p:cNvSpPr/>
            <p:nvPr/>
          </p:nvSpPr>
          <p:spPr>
            <a:xfrm>
              <a:off x="517482" y="2419159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41"/>
            <p:cNvSpPr/>
            <p:nvPr/>
          </p:nvSpPr>
          <p:spPr>
            <a:xfrm>
              <a:off x="622218" y="2419159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7" name="Google Shape;2137;p41"/>
          <p:cNvSpPr txBox="1"/>
          <p:nvPr>
            <p:ph idx="5" type="subTitle"/>
          </p:nvPr>
        </p:nvSpPr>
        <p:spPr>
          <a:xfrm>
            <a:off x="6717998" y="2830925"/>
            <a:ext cx="20850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Raise your hands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Speak Politely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not interrupt</a:t>
            </a:r>
            <a:endParaRPr/>
          </a:p>
        </p:txBody>
      </p:sp>
      <p:sp>
        <p:nvSpPr>
          <p:cNvPr id="2138" name="Google Shape;2138;p41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Name </a:t>
            </a:r>
            <a:endParaRPr/>
          </a:p>
        </p:txBody>
      </p:sp>
      <p:sp>
        <p:nvSpPr>
          <p:cNvPr id="2139" name="Google Shape;2139;p41"/>
          <p:cNvSpPr txBox="1"/>
          <p:nvPr>
            <p:ph idx="3" type="body"/>
          </p:nvPr>
        </p:nvSpPr>
        <p:spPr>
          <a:xfrm>
            <a:off x="940775" y="-39600"/>
            <a:ext cx="3810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   Course Number    Section    Time   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0" name="Google Shape;2140;p41"/>
          <p:cNvSpPr txBox="1"/>
          <p:nvPr>
            <p:ph type="title"/>
          </p:nvPr>
        </p:nvSpPr>
        <p:spPr>
          <a:xfrm>
            <a:off x="209775" y="468575"/>
            <a:ext cx="5016000" cy="15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Behavior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Manners</a:t>
            </a:r>
            <a:endParaRPr/>
          </a:p>
        </p:txBody>
      </p:sp>
      <p:grpSp>
        <p:nvGrpSpPr>
          <p:cNvPr id="2141" name="Google Shape;2141;p41"/>
          <p:cNvGrpSpPr/>
          <p:nvPr/>
        </p:nvGrpSpPr>
        <p:grpSpPr>
          <a:xfrm>
            <a:off x="5086045" y="566989"/>
            <a:ext cx="2995509" cy="1026343"/>
            <a:chOff x="5351018" y="4955476"/>
            <a:chExt cx="4003085" cy="1380236"/>
          </a:xfrm>
        </p:grpSpPr>
        <p:sp>
          <p:nvSpPr>
            <p:cNvPr id="2142" name="Google Shape;2142;p41"/>
            <p:cNvSpPr/>
            <p:nvPr/>
          </p:nvSpPr>
          <p:spPr>
            <a:xfrm>
              <a:off x="5411982" y="5018982"/>
              <a:ext cx="3885217" cy="1253236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2143" name="Google Shape;2143;p41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2144" name="Google Shape;2144;p41"/>
            <p:cNvSpPr/>
            <p:nvPr/>
          </p:nvSpPr>
          <p:spPr>
            <a:xfrm>
              <a:off x="5351018" y="6208712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2145" name="Google Shape;2145;p41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2146" name="Google Shape;2146;p41"/>
            <p:cNvSpPr/>
            <p:nvPr/>
          </p:nvSpPr>
          <p:spPr>
            <a:xfrm>
              <a:off x="9232183" y="6208712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</p:grpSp>
      <p:sp>
        <p:nvSpPr>
          <p:cNvPr id="2147" name="Google Shape;2147;p41"/>
          <p:cNvSpPr txBox="1"/>
          <p:nvPr/>
        </p:nvSpPr>
        <p:spPr>
          <a:xfrm>
            <a:off x="5128841" y="618473"/>
            <a:ext cx="281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maintaining focus, showing mutual respect, and minimizing disruptions to foster a collaborative learning environment </a:t>
            </a: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48" name="Google Shape;2148;p41"/>
          <p:cNvSpPr/>
          <p:nvPr/>
        </p:nvSpPr>
        <p:spPr>
          <a:xfrm>
            <a:off x="6953541" y="1416411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49" name="Google Shape;2149;p41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3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42"/>
          <p:cNvSpPr/>
          <p:nvPr/>
        </p:nvSpPr>
        <p:spPr>
          <a:xfrm>
            <a:off x="357202" y="1355246"/>
            <a:ext cx="8437500" cy="3521100"/>
          </a:xfrm>
          <a:prstGeom prst="roundRect">
            <a:avLst>
              <a:gd fmla="val 196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9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5" name="Google Shape;2155;p42"/>
          <p:cNvSpPr/>
          <p:nvPr/>
        </p:nvSpPr>
        <p:spPr>
          <a:xfrm>
            <a:off x="3545248" y="1794150"/>
            <a:ext cx="2248500" cy="2861700"/>
          </a:xfrm>
          <a:prstGeom prst="roundRect">
            <a:avLst>
              <a:gd fmla="val 4721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6" name="Google Shape;2156;p42"/>
          <p:cNvSpPr/>
          <p:nvPr/>
        </p:nvSpPr>
        <p:spPr>
          <a:xfrm>
            <a:off x="6130096" y="1794150"/>
            <a:ext cx="2248500" cy="2861700"/>
          </a:xfrm>
          <a:prstGeom prst="roundRect">
            <a:avLst>
              <a:gd fmla="val 4721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7" name="Google Shape;2157;p42"/>
          <p:cNvSpPr/>
          <p:nvPr/>
        </p:nvSpPr>
        <p:spPr>
          <a:xfrm>
            <a:off x="960400" y="1794150"/>
            <a:ext cx="2248500" cy="2861700"/>
          </a:xfrm>
          <a:prstGeom prst="roundRect">
            <a:avLst>
              <a:gd fmla="val 4721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58" name="Google Shape;2158;p42"/>
          <p:cNvGrpSpPr/>
          <p:nvPr/>
        </p:nvGrpSpPr>
        <p:grpSpPr>
          <a:xfrm>
            <a:off x="427350" y="1434150"/>
            <a:ext cx="277873" cy="68400"/>
            <a:chOff x="520925" y="1460325"/>
            <a:chExt cx="277873" cy="68400"/>
          </a:xfrm>
        </p:grpSpPr>
        <p:sp>
          <p:nvSpPr>
            <p:cNvPr id="2159" name="Google Shape;2159;p42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42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42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2" name="Google Shape;2162;p42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Name</a:t>
            </a:r>
            <a:endParaRPr/>
          </a:p>
        </p:txBody>
      </p:sp>
      <p:sp>
        <p:nvSpPr>
          <p:cNvPr id="2163" name="Google Shape;2163;p42"/>
          <p:cNvSpPr txBox="1"/>
          <p:nvPr>
            <p:ph idx="3" type="body"/>
          </p:nvPr>
        </p:nvSpPr>
        <p:spPr>
          <a:xfrm>
            <a:off x="940775" y="-39600"/>
            <a:ext cx="3810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   Course Number    Section    Time   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42"/>
          <p:cNvSpPr txBox="1"/>
          <p:nvPr>
            <p:ph type="title"/>
          </p:nvPr>
        </p:nvSpPr>
        <p:spPr>
          <a:xfrm>
            <a:off x="209775" y="468575"/>
            <a:ext cx="50160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Materials</a:t>
            </a:r>
            <a:endParaRPr/>
          </a:p>
        </p:txBody>
      </p:sp>
      <p:sp>
        <p:nvSpPr>
          <p:cNvPr id="2165" name="Google Shape;2165;p42"/>
          <p:cNvSpPr txBox="1"/>
          <p:nvPr/>
        </p:nvSpPr>
        <p:spPr>
          <a:xfrm>
            <a:off x="960550" y="3541625"/>
            <a:ext cx="224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Laptops</a:t>
            </a:r>
            <a:endParaRPr sz="18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166" name="Google Shape;2166;p42"/>
          <p:cNvSpPr txBox="1"/>
          <p:nvPr/>
        </p:nvSpPr>
        <p:spPr>
          <a:xfrm>
            <a:off x="3545250" y="3541625"/>
            <a:ext cx="224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Note Books</a:t>
            </a:r>
            <a:endParaRPr sz="18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167" name="Google Shape;2167;p42"/>
          <p:cNvSpPr txBox="1"/>
          <p:nvPr/>
        </p:nvSpPr>
        <p:spPr>
          <a:xfrm>
            <a:off x="6129950" y="3541625"/>
            <a:ext cx="224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Tools</a:t>
            </a:r>
            <a:endParaRPr sz="18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168" name="Google Shape;2168;p42"/>
          <p:cNvSpPr txBox="1"/>
          <p:nvPr/>
        </p:nvSpPr>
        <p:spPr>
          <a:xfrm>
            <a:off x="1117150" y="3885725"/>
            <a:ext cx="193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2169" name="Google Shape;2169;p42"/>
          <p:cNvGrpSpPr/>
          <p:nvPr/>
        </p:nvGrpSpPr>
        <p:grpSpPr>
          <a:xfrm>
            <a:off x="4196048" y="2356444"/>
            <a:ext cx="946911" cy="966699"/>
            <a:chOff x="1438774" y="3590059"/>
            <a:chExt cx="946911" cy="966699"/>
          </a:xfrm>
        </p:grpSpPr>
        <p:grpSp>
          <p:nvGrpSpPr>
            <p:cNvPr id="2170" name="Google Shape;2170;p42"/>
            <p:cNvGrpSpPr/>
            <p:nvPr/>
          </p:nvGrpSpPr>
          <p:grpSpPr>
            <a:xfrm>
              <a:off x="1438774" y="3590059"/>
              <a:ext cx="946911" cy="966699"/>
              <a:chOff x="3707828" y="340487"/>
              <a:chExt cx="1276160" cy="1302829"/>
            </a:xfrm>
          </p:grpSpPr>
          <p:grpSp>
            <p:nvGrpSpPr>
              <p:cNvPr id="2171" name="Google Shape;2171;p42"/>
              <p:cNvGrpSpPr/>
              <p:nvPr/>
            </p:nvGrpSpPr>
            <p:grpSpPr>
              <a:xfrm>
                <a:off x="3707828" y="340487"/>
                <a:ext cx="1276160" cy="1302829"/>
                <a:chOff x="3707828" y="340487"/>
                <a:chExt cx="1276160" cy="1302829"/>
              </a:xfrm>
            </p:grpSpPr>
            <p:sp>
              <p:nvSpPr>
                <p:cNvPr id="2172" name="Google Shape;2172;p42"/>
                <p:cNvSpPr/>
                <p:nvPr/>
              </p:nvSpPr>
              <p:spPr>
                <a:xfrm>
                  <a:off x="3707828" y="340487"/>
                  <a:ext cx="1269809" cy="1296479"/>
                </a:xfrm>
                <a:custGeom>
                  <a:rect b="b" l="l" r="r" t="t"/>
                  <a:pathLst>
                    <a:path extrusionOk="0" h="1296479" w="1269809">
                      <a:moveTo>
                        <a:pt x="0" y="0"/>
                      </a:moveTo>
                      <a:lnTo>
                        <a:pt x="1269809" y="0"/>
                      </a:lnTo>
                      <a:lnTo>
                        <a:pt x="1269809" y="1296480"/>
                      </a:lnTo>
                      <a:lnTo>
                        <a:pt x="0" y="129648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73" name="Google Shape;2173;p42"/>
                <p:cNvSpPr/>
                <p:nvPr/>
              </p:nvSpPr>
              <p:spPr>
                <a:xfrm>
                  <a:off x="4977638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74" name="Google Shape;2174;p42"/>
                <p:cNvSpPr/>
                <p:nvPr/>
              </p:nvSpPr>
              <p:spPr>
                <a:xfrm>
                  <a:off x="3892423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75" name="Google Shape;2175;p42"/>
                <p:cNvSpPr/>
                <p:nvPr/>
              </p:nvSpPr>
              <p:spPr>
                <a:xfrm>
                  <a:off x="4077017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76" name="Google Shape;2176;p42"/>
                <p:cNvSpPr/>
                <p:nvPr/>
              </p:nvSpPr>
              <p:spPr>
                <a:xfrm>
                  <a:off x="4261548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77" name="Google Shape;2177;p42"/>
                <p:cNvSpPr/>
                <p:nvPr/>
              </p:nvSpPr>
              <p:spPr>
                <a:xfrm>
                  <a:off x="4446143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78" name="Google Shape;2178;p42"/>
                <p:cNvSpPr/>
                <p:nvPr/>
              </p:nvSpPr>
              <p:spPr>
                <a:xfrm>
                  <a:off x="4630737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79" name="Google Shape;2179;p42"/>
                <p:cNvSpPr/>
                <p:nvPr/>
              </p:nvSpPr>
              <p:spPr>
                <a:xfrm>
                  <a:off x="4815268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80" name="Google Shape;2180;p42"/>
                <p:cNvSpPr/>
                <p:nvPr/>
              </p:nvSpPr>
              <p:spPr>
                <a:xfrm>
                  <a:off x="3707828" y="525653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81" name="Google Shape;2181;p42"/>
                <p:cNvSpPr/>
                <p:nvPr/>
              </p:nvSpPr>
              <p:spPr>
                <a:xfrm>
                  <a:off x="3707828" y="34048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82" name="Google Shape;2182;p42"/>
                <p:cNvSpPr/>
                <p:nvPr/>
              </p:nvSpPr>
              <p:spPr>
                <a:xfrm>
                  <a:off x="3707828" y="145173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83" name="Google Shape;2183;p42"/>
                <p:cNvSpPr/>
                <p:nvPr/>
              </p:nvSpPr>
              <p:spPr>
                <a:xfrm>
                  <a:off x="3707828" y="1636966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84" name="Google Shape;2184;p42"/>
                <p:cNvSpPr/>
                <p:nvPr/>
              </p:nvSpPr>
              <p:spPr>
                <a:xfrm>
                  <a:off x="3707828" y="126650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85" name="Google Shape;2185;p42"/>
                <p:cNvSpPr/>
                <p:nvPr/>
              </p:nvSpPr>
              <p:spPr>
                <a:xfrm>
                  <a:off x="3707828" y="1081278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86" name="Google Shape;2186;p42"/>
                <p:cNvSpPr/>
                <p:nvPr/>
              </p:nvSpPr>
              <p:spPr>
                <a:xfrm>
                  <a:off x="3707828" y="896112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87" name="Google Shape;2187;p42"/>
                <p:cNvSpPr/>
                <p:nvPr/>
              </p:nvSpPr>
              <p:spPr>
                <a:xfrm>
                  <a:off x="3707828" y="710882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</p:grpSp>
          <p:sp>
            <p:nvSpPr>
              <p:cNvPr id="2188" name="Google Shape;2188;p42"/>
              <p:cNvSpPr/>
              <p:nvPr/>
            </p:nvSpPr>
            <p:spPr>
              <a:xfrm>
                <a:off x="4260913" y="525653"/>
                <a:ext cx="185229" cy="185229"/>
              </a:xfrm>
              <a:custGeom>
                <a:rect b="b" l="l" r="r" t="t"/>
                <a:pathLst>
                  <a:path extrusionOk="0" h="185229" w="185229">
                    <a:moveTo>
                      <a:pt x="0" y="0"/>
                    </a:moveTo>
                    <a:lnTo>
                      <a:pt x="185229" y="0"/>
                    </a:lnTo>
                    <a:lnTo>
                      <a:pt x="185229" y="185229"/>
                    </a:lnTo>
                    <a:lnTo>
                      <a:pt x="0" y="18522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grpSp>
          <p:nvGrpSpPr>
            <p:cNvPr id="2189" name="Google Shape;2189;p42"/>
            <p:cNvGrpSpPr/>
            <p:nvPr/>
          </p:nvGrpSpPr>
          <p:grpSpPr>
            <a:xfrm>
              <a:off x="1712541" y="3729479"/>
              <a:ext cx="497389" cy="685349"/>
              <a:chOff x="1712541" y="3729479"/>
              <a:chExt cx="497389" cy="685349"/>
            </a:xfrm>
          </p:grpSpPr>
          <p:sp>
            <p:nvSpPr>
              <p:cNvPr id="2190" name="Google Shape;2190;p42"/>
              <p:cNvSpPr/>
              <p:nvPr/>
            </p:nvSpPr>
            <p:spPr>
              <a:xfrm>
                <a:off x="1712541" y="3729479"/>
                <a:ext cx="497389" cy="685349"/>
              </a:xfrm>
              <a:custGeom>
                <a:rect b="b" l="l" r="r" t="t"/>
                <a:pathLst>
                  <a:path extrusionOk="0" h="926147" w="672147">
                    <a:moveTo>
                      <a:pt x="0" y="926084"/>
                    </a:moveTo>
                    <a:lnTo>
                      <a:pt x="0" y="0"/>
                    </a:lnTo>
                    <a:lnTo>
                      <a:pt x="149161" y="0"/>
                    </a:lnTo>
                    <a:lnTo>
                      <a:pt x="149161" y="331026"/>
                    </a:lnTo>
                    <a:lnTo>
                      <a:pt x="223711" y="331026"/>
                    </a:lnTo>
                    <a:lnTo>
                      <a:pt x="223711" y="264986"/>
                    </a:lnTo>
                    <a:lnTo>
                      <a:pt x="523049" y="264986"/>
                    </a:lnTo>
                    <a:lnTo>
                      <a:pt x="523049" y="331026"/>
                    </a:lnTo>
                    <a:lnTo>
                      <a:pt x="597598" y="331026"/>
                    </a:lnTo>
                    <a:lnTo>
                      <a:pt x="597598" y="397066"/>
                    </a:lnTo>
                    <a:lnTo>
                      <a:pt x="672148" y="397066"/>
                    </a:lnTo>
                    <a:lnTo>
                      <a:pt x="672148" y="794068"/>
                    </a:lnTo>
                    <a:lnTo>
                      <a:pt x="597598" y="794068"/>
                    </a:lnTo>
                    <a:lnTo>
                      <a:pt x="597598" y="860108"/>
                    </a:lnTo>
                    <a:lnTo>
                      <a:pt x="523049" y="860108"/>
                    </a:lnTo>
                    <a:lnTo>
                      <a:pt x="523049" y="926148"/>
                    </a:lnTo>
                    <a:lnTo>
                      <a:pt x="223711" y="926148"/>
                    </a:lnTo>
                    <a:lnTo>
                      <a:pt x="223711" y="860108"/>
                    </a:lnTo>
                    <a:lnTo>
                      <a:pt x="149161" y="860108"/>
                    </a:lnTo>
                    <a:lnTo>
                      <a:pt x="149161" y="926148"/>
                    </a:lnTo>
                    <a:lnTo>
                      <a:pt x="0" y="926148"/>
                    </a:lnTo>
                    <a:close/>
                    <a:moveTo>
                      <a:pt x="447992" y="794068"/>
                    </a:moveTo>
                    <a:lnTo>
                      <a:pt x="447992" y="728027"/>
                    </a:lnTo>
                    <a:lnTo>
                      <a:pt x="523113" y="728027"/>
                    </a:lnTo>
                    <a:lnTo>
                      <a:pt x="523113" y="463042"/>
                    </a:lnTo>
                    <a:lnTo>
                      <a:pt x="447992" y="463042"/>
                    </a:lnTo>
                    <a:lnTo>
                      <a:pt x="447992" y="397002"/>
                    </a:lnTo>
                    <a:lnTo>
                      <a:pt x="223711" y="397002"/>
                    </a:lnTo>
                    <a:lnTo>
                      <a:pt x="223711" y="463042"/>
                    </a:lnTo>
                    <a:lnTo>
                      <a:pt x="149161" y="463042"/>
                    </a:lnTo>
                    <a:lnTo>
                      <a:pt x="149161" y="728027"/>
                    </a:lnTo>
                    <a:lnTo>
                      <a:pt x="223711" y="728027"/>
                    </a:lnTo>
                    <a:lnTo>
                      <a:pt x="223711" y="794068"/>
                    </a:lnTo>
                    <a:lnTo>
                      <a:pt x="447992" y="79406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1" name="Google Shape;2191;p42"/>
              <p:cNvSpPr/>
              <p:nvPr/>
            </p:nvSpPr>
            <p:spPr>
              <a:xfrm>
                <a:off x="2049409" y="3974898"/>
                <a:ext cx="104364" cy="98114"/>
              </a:xfrm>
              <a:custGeom>
                <a:rect b="b" l="l" r="r" t="t"/>
                <a:pathLst>
                  <a:path extrusionOk="0" h="132587" w="141033">
                    <a:moveTo>
                      <a:pt x="0" y="0"/>
                    </a:moveTo>
                    <a:lnTo>
                      <a:pt x="141034" y="0"/>
                    </a:lnTo>
                    <a:lnTo>
                      <a:pt x="141034" y="132588"/>
                    </a:lnTo>
                    <a:lnTo>
                      <a:pt x="0" y="1325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2" name="Google Shape;2192;p42"/>
              <p:cNvSpPr/>
              <p:nvPr/>
            </p:nvSpPr>
            <p:spPr>
              <a:xfrm>
                <a:off x="1744815" y="3729480"/>
                <a:ext cx="104364" cy="685302"/>
              </a:xfrm>
              <a:custGeom>
                <a:rect b="b" l="l" r="r" t="t"/>
                <a:pathLst>
                  <a:path extrusionOk="0" h="926084" w="141033">
                    <a:moveTo>
                      <a:pt x="0" y="0"/>
                    </a:moveTo>
                    <a:lnTo>
                      <a:pt x="141034" y="0"/>
                    </a:lnTo>
                    <a:lnTo>
                      <a:pt x="141034" y="926084"/>
                    </a:lnTo>
                    <a:lnTo>
                      <a:pt x="0" y="9260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3" name="Google Shape;2193;p42"/>
              <p:cNvSpPr/>
              <p:nvPr/>
            </p:nvSpPr>
            <p:spPr>
              <a:xfrm>
                <a:off x="2049409" y="4269457"/>
                <a:ext cx="104364" cy="98114"/>
              </a:xfrm>
              <a:custGeom>
                <a:rect b="b" l="l" r="r" t="t"/>
                <a:pathLst>
                  <a:path extrusionOk="0" h="132587" w="141033">
                    <a:moveTo>
                      <a:pt x="0" y="0"/>
                    </a:moveTo>
                    <a:lnTo>
                      <a:pt x="141034" y="0"/>
                    </a:lnTo>
                    <a:lnTo>
                      <a:pt x="141034" y="132588"/>
                    </a:lnTo>
                    <a:lnTo>
                      <a:pt x="0" y="1325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</p:grpSp>
      <p:grpSp>
        <p:nvGrpSpPr>
          <p:cNvPr id="2194" name="Google Shape;2194;p42"/>
          <p:cNvGrpSpPr/>
          <p:nvPr/>
        </p:nvGrpSpPr>
        <p:grpSpPr>
          <a:xfrm>
            <a:off x="1611347" y="2356444"/>
            <a:ext cx="946911" cy="966699"/>
            <a:chOff x="151447" y="3590017"/>
            <a:chExt cx="946911" cy="966699"/>
          </a:xfrm>
        </p:grpSpPr>
        <p:grpSp>
          <p:nvGrpSpPr>
            <p:cNvPr id="2195" name="Google Shape;2195;p42"/>
            <p:cNvGrpSpPr/>
            <p:nvPr/>
          </p:nvGrpSpPr>
          <p:grpSpPr>
            <a:xfrm>
              <a:off x="151447" y="3590017"/>
              <a:ext cx="946911" cy="966699"/>
              <a:chOff x="373316" y="340487"/>
              <a:chExt cx="1276160" cy="1302829"/>
            </a:xfrm>
          </p:grpSpPr>
          <p:sp>
            <p:nvSpPr>
              <p:cNvPr id="2196" name="Google Shape;2196;p42"/>
              <p:cNvSpPr/>
              <p:nvPr/>
            </p:nvSpPr>
            <p:spPr>
              <a:xfrm>
                <a:off x="373316" y="340487"/>
                <a:ext cx="1269809" cy="1296479"/>
              </a:xfrm>
              <a:custGeom>
                <a:rect b="b" l="l" r="r" t="t"/>
                <a:pathLst>
                  <a:path extrusionOk="0" h="1296479" w="1269809">
                    <a:moveTo>
                      <a:pt x="0" y="0"/>
                    </a:moveTo>
                    <a:lnTo>
                      <a:pt x="1269810" y="0"/>
                    </a:lnTo>
                    <a:lnTo>
                      <a:pt x="1269810" y="1296480"/>
                    </a:lnTo>
                    <a:lnTo>
                      <a:pt x="0" y="129648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7" name="Google Shape;2197;p42"/>
              <p:cNvSpPr/>
              <p:nvPr/>
            </p:nvSpPr>
            <p:spPr>
              <a:xfrm>
                <a:off x="1643126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8" name="Google Shape;2198;p42"/>
              <p:cNvSpPr/>
              <p:nvPr/>
            </p:nvSpPr>
            <p:spPr>
              <a:xfrm>
                <a:off x="557911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9" name="Google Shape;2199;p42"/>
              <p:cNvSpPr/>
              <p:nvPr/>
            </p:nvSpPr>
            <p:spPr>
              <a:xfrm>
                <a:off x="742505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0" name="Google Shape;2200;p42"/>
              <p:cNvSpPr/>
              <p:nvPr/>
            </p:nvSpPr>
            <p:spPr>
              <a:xfrm>
                <a:off x="927100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1" name="Google Shape;2201;p42"/>
              <p:cNvSpPr/>
              <p:nvPr/>
            </p:nvSpPr>
            <p:spPr>
              <a:xfrm>
                <a:off x="1111631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2" name="Google Shape;2202;p42"/>
              <p:cNvSpPr/>
              <p:nvPr/>
            </p:nvSpPr>
            <p:spPr>
              <a:xfrm>
                <a:off x="1296225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3" name="Google Shape;2203;p42"/>
              <p:cNvSpPr/>
              <p:nvPr/>
            </p:nvSpPr>
            <p:spPr>
              <a:xfrm>
                <a:off x="1480820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4" name="Google Shape;2204;p42"/>
              <p:cNvSpPr/>
              <p:nvPr/>
            </p:nvSpPr>
            <p:spPr>
              <a:xfrm>
                <a:off x="373316" y="525653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5" name="Google Shape;2205;p42"/>
              <p:cNvSpPr/>
              <p:nvPr/>
            </p:nvSpPr>
            <p:spPr>
              <a:xfrm>
                <a:off x="373316" y="340487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6" name="Google Shape;2206;p42"/>
              <p:cNvSpPr/>
              <p:nvPr/>
            </p:nvSpPr>
            <p:spPr>
              <a:xfrm>
                <a:off x="373316" y="1451737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7" name="Google Shape;2207;p42"/>
              <p:cNvSpPr/>
              <p:nvPr/>
            </p:nvSpPr>
            <p:spPr>
              <a:xfrm>
                <a:off x="373316" y="1636966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8" name="Google Shape;2208;p42"/>
              <p:cNvSpPr/>
              <p:nvPr/>
            </p:nvSpPr>
            <p:spPr>
              <a:xfrm>
                <a:off x="373316" y="1266507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9" name="Google Shape;2209;p42"/>
              <p:cNvSpPr/>
              <p:nvPr/>
            </p:nvSpPr>
            <p:spPr>
              <a:xfrm>
                <a:off x="373316" y="1081278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10" name="Google Shape;2210;p42"/>
              <p:cNvSpPr/>
              <p:nvPr/>
            </p:nvSpPr>
            <p:spPr>
              <a:xfrm>
                <a:off x="373316" y="896112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11" name="Google Shape;2211;p42"/>
              <p:cNvSpPr/>
              <p:nvPr/>
            </p:nvSpPr>
            <p:spPr>
              <a:xfrm>
                <a:off x="373316" y="710882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grpSp>
          <p:nvGrpSpPr>
            <p:cNvPr id="2212" name="Google Shape;2212;p42"/>
            <p:cNvGrpSpPr/>
            <p:nvPr/>
          </p:nvGrpSpPr>
          <p:grpSpPr>
            <a:xfrm>
              <a:off x="288463" y="3729601"/>
              <a:ext cx="685212" cy="687570"/>
              <a:chOff x="288463" y="3729601"/>
              <a:chExt cx="685212" cy="687570"/>
            </a:xfrm>
          </p:grpSpPr>
          <p:sp>
            <p:nvSpPr>
              <p:cNvPr id="2213" name="Google Shape;2213;p42"/>
              <p:cNvSpPr/>
              <p:nvPr/>
            </p:nvSpPr>
            <p:spPr>
              <a:xfrm>
                <a:off x="288463" y="3729601"/>
                <a:ext cx="685212" cy="687570"/>
              </a:xfrm>
              <a:custGeom>
                <a:rect b="b" l="l" r="r" t="t"/>
                <a:pathLst>
                  <a:path extrusionOk="0" h="926020" w="922845">
                    <a:moveTo>
                      <a:pt x="204724" y="925894"/>
                    </a:moveTo>
                    <a:lnTo>
                      <a:pt x="204724" y="833438"/>
                    </a:lnTo>
                    <a:lnTo>
                      <a:pt x="102362" y="833438"/>
                    </a:lnTo>
                    <a:lnTo>
                      <a:pt x="102362" y="740982"/>
                    </a:lnTo>
                    <a:lnTo>
                      <a:pt x="0" y="740982"/>
                    </a:lnTo>
                    <a:lnTo>
                      <a:pt x="0" y="555371"/>
                    </a:lnTo>
                    <a:lnTo>
                      <a:pt x="102362" y="555371"/>
                    </a:lnTo>
                    <a:lnTo>
                      <a:pt x="102362" y="462915"/>
                    </a:lnTo>
                    <a:lnTo>
                      <a:pt x="307150" y="462915"/>
                    </a:lnTo>
                    <a:lnTo>
                      <a:pt x="307150" y="370459"/>
                    </a:lnTo>
                    <a:lnTo>
                      <a:pt x="718122" y="370459"/>
                    </a:lnTo>
                    <a:lnTo>
                      <a:pt x="718122" y="277368"/>
                    </a:lnTo>
                    <a:lnTo>
                      <a:pt x="615061" y="277368"/>
                    </a:lnTo>
                    <a:lnTo>
                      <a:pt x="615061" y="184912"/>
                    </a:lnTo>
                    <a:lnTo>
                      <a:pt x="307213" y="184912"/>
                    </a:lnTo>
                    <a:lnTo>
                      <a:pt x="307213" y="277368"/>
                    </a:lnTo>
                    <a:lnTo>
                      <a:pt x="63" y="277368"/>
                    </a:lnTo>
                    <a:lnTo>
                      <a:pt x="63" y="184912"/>
                    </a:lnTo>
                    <a:lnTo>
                      <a:pt x="102425" y="184912"/>
                    </a:lnTo>
                    <a:lnTo>
                      <a:pt x="102425" y="92456"/>
                    </a:lnTo>
                    <a:lnTo>
                      <a:pt x="204788" y="92456"/>
                    </a:lnTo>
                    <a:lnTo>
                      <a:pt x="204788" y="0"/>
                    </a:lnTo>
                    <a:lnTo>
                      <a:pt x="718122" y="0"/>
                    </a:lnTo>
                    <a:lnTo>
                      <a:pt x="718122" y="92456"/>
                    </a:lnTo>
                    <a:lnTo>
                      <a:pt x="820484" y="92456"/>
                    </a:lnTo>
                    <a:lnTo>
                      <a:pt x="820484" y="184912"/>
                    </a:lnTo>
                    <a:lnTo>
                      <a:pt x="922845" y="184912"/>
                    </a:lnTo>
                    <a:lnTo>
                      <a:pt x="922845" y="926021"/>
                    </a:lnTo>
                    <a:lnTo>
                      <a:pt x="718058" y="926021"/>
                    </a:lnTo>
                    <a:lnTo>
                      <a:pt x="718058" y="833565"/>
                    </a:lnTo>
                    <a:lnTo>
                      <a:pt x="614998" y="833565"/>
                    </a:lnTo>
                    <a:lnTo>
                      <a:pt x="614998" y="926021"/>
                    </a:lnTo>
                    <a:lnTo>
                      <a:pt x="204724" y="926021"/>
                    </a:lnTo>
                    <a:close/>
                    <a:moveTo>
                      <a:pt x="614998" y="740918"/>
                    </a:moveTo>
                    <a:lnTo>
                      <a:pt x="614998" y="648462"/>
                    </a:lnTo>
                    <a:lnTo>
                      <a:pt x="718058" y="648462"/>
                    </a:lnTo>
                    <a:lnTo>
                      <a:pt x="718058" y="462852"/>
                    </a:lnTo>
                    <a:lnTo>
                      <a:pt x="614998" y="462852"/>
                    </a:lnTo>
                    <a:lnTo>
                      <a:pt x="614998" y="555308"/>
                    </a:lnTo>
                    <a:lnTo>
                      <a:pt x="255968" y="555308"/>
                    </a:lnTo>
                    <a:lnTo>
                      <a:pt x="255968" y="740918"/>
                    </a:lnTo>
                    <a:lnTo>
                      <a:pt x="614998" y="7409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14" name="Google Shape;2214;p42"/>
              <p:cNvSpPr/>
              <p:nvPr/>
            </p:nvSpPr>
            <p:spPr>
              <a:xfrm>
                <a:off x="425385" y="4318234"/>
                <a:ext cx="250690" cy="98446"/>
              </a:xfrm>
              <a:custGeom>
                <a:rect b="b" l="l" r="r" t="t"/>
                <a:pathLst>
                  <a:path extrusionOk="0" h="132587" w="337629">
                    <a:moveTo>
                      <a:pt x="0" y="0"/>
                    </a:moveTo>
                    <a:lnTo>
                      <a:pt x="337630" y="0"/>
                    </a:lnTo>
                    <a:lnTo>
                      <a:pt x="337630" y="132588"/>
                    </a:lnTo>
                    <a:lnTo>
                      <a:pt x="0" y="1325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15" name="Google Shape;2215;p42"/>
              <p:cNvSpPr/>
              <p:nvPr/>
            </p:nvSpPr>
            <p:spPr>
              <a:xfrm>
                <a:off x="722694" y="4043401"/>
                <a:ext cx="250690" cy="98446"/>
              </a:xfrm>
              <a:custGeom>
                <a:rect b="b" l="l" r="r" t="t"/>
                <a:pathLst>
                  <a:path extrusionOk="0" h="132587" w="337629">
                    <a:moveTo>
                      <a:pt x="0" y="0"/>
                    </a:moveTo>
                    <a:lnTo>
                      <a:pt x="337629" y="0"/>
                    </a:lnTo>
                    <a:lnTo>
                      <a:pt x="337629" y="132588"/>
                    </a:lnTo>
                    <a:lnTo>
                      <a:pt x="0" y="1325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</p:grpSp>
      <p:grpSp>
        <p:nvGrpSpPr>
          <p:cNvPr id="2216" name="Google Shape;2216;p42"/>
          <p:cNvGrpSpPr/>
          <p:nvPr/>
        </p:nvGrpSpPr>
        <p:grpSpPr>
          <a:xfrm>
            <a:off x="6780898" y="2356444"/>
            <a:ext cx="946911" cy="966699"/>
            <a:chOff x="2725798" y="3590032"/>
            <a:chExt cx="946911" cy="966699"/>
          </a:xfrm>
        </p:grpSpPr>
        <p:grpSp>
          <p:nvGrpSpPr>
            <p:cNvPr id="2217" name="Google Shape;2217;p42"/>
            <p:cNvGrpSpPr/>
            <p:nvPr/>
          </p:nvGrpSpPr>
          <p:grpSpPr>
            <a:xfrm>
              <a:off x="2725798" y="3590032"/>
              <a:ext cx="946911" cy="966699"/>
              <a:chOff x="2040572" y="340487"/>
              <a:chExt cx="1276160" cy="1302829"/>
            </a:xfrm>
          </p:grpSpPr>
          <p:grpSp>
            <p:nvGrpSpPr>
              <p:cNvPr id="2218" name="Google Shape;2218;p42"/>
              <p:cNvGrpSpPr/>
              <p:nvPr/>
            </p:nvGrpSpPr>
            <p:grpSpPr>
              <a:xfrm>
                <a:off x="2040572" y="340487"/>
                <a:ext cx="1276160" cy="1302829"/>
                <a:chOff x="2040572" y="340487"/>
                <a:chExt cx="1276160" cy="1302829"/>
              </a:xfrm>
            </p:grpSpPr>
            <p:sp>
              <p:nvSpPr>
                <p:cNvPr id="2219" name="Google Shape;2219;p42"/>
                <p:cNvSpPr/>
                <p:nvPr/>
              </p:nvSpPr>
              <p:spPr>
                <a:xfrm>
                  <a:off x="2040572" y="340487"/>
                  <a:ext cx="1269809" cy="1296479"/>
                </a:xfrm>
                <a:custGeom>
                  <a:rect b="b" l="l" r="r" t="t"/>
                  <a:pathLst>
                    <a:path extrusionOk="0" h="1296479" w="1269809">
                      <a:moveTo>
                        <a:pt x="0" y="0"/>
                      </a:moveTo>
                      <a:lnTo>
                        <a:pt x="1269810" y="0"/>
                      </a:lnTo>
                      <a:lnTo>
                        <a:pt x="1269810" y="1296480"/>
                      </a:lnTo>
                      <a:lnTo>
                        <a:pt x="0" y="129648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20" name="Google Shape;2220;p42"/>
                <p:cNvSpPr/>
                <p:nvPr/>
              </p:nvSpPr>
              <p:spPr>
                <a:xfrm>
                  <a:off x="3310382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21" name="Google Shape;2221;p42"/>
                <p:cNvSpPr/>
                <p:nvPr/>
              </p:nvSpPr>
              <p:spPr>
                <a:xfrm>
                  <a:off x="2225167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22" name="Google Shape;2222;p42"/>
                <p:cNvSpPr/>
                <p:nvPr/>
              </p:nvSpPr>
              <p:spPr>
                <a:xfrm>
                  <a:off x="2409761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23" name="Google Shape;2223;p42"/>
                <p:cNvSpPr/>
                <p:nvPr/>
              </p:nvSpPr>
              <p:spPr>
                <a:xfrm>
                  <a:off x="2594292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24" name="Google Shape;2224;p42"/>
                <p:cNvSpPr/>
                <p:nvPr/>
              </p:nvSpPr>
              <p:spPr>
                <a:xfrm>
                  <a:off x="2778887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25" name="Google Shape;2225;p42"/>
                <p:cNvSpPr/>
                <p:nvPr/>
              </p:nvSpPr>
              <p:spPr>
                <a:xfrm>
                  <a:off x="2963481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26" name="Google Shape;2226;p42"/>
                <p:cNvSpPr/>
                <p:nvPr/>
              </p:nvSpPr>
              <p:spPr>
                <a:xfrm>
                  <a:off x="3148076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27" name="Google Shape;2227;p42"/>
                <p:cNvSpPr/>
                <p:nvPr/>
              </p:nvSpPr>
              <p:spPr>
                <a:xfrm>
                  <a:off x="2040572" y="525653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28" name="Google Shape;2228;p42"/>
                <p:cNvSpPr/>
                <p:nvPr/>
              </p:nvSpPr>
              <p:spPr>
                <a:xfrm>
                  <a:off x="2040572" y="34048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29" name="Google Shape;2229;p42"/>
                <p:cNvSpPr/>
                <p:nvPr/>
              </p:nvSpPr>
              <p:spPr>
                <a:xfrm>
                  <a:off x="2040572" y="145173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30" name="Google Shape;2230;p42"/>
                <p:cNvSpPr/>
                <p:nvPr/>
              </p:nvSpPr>
              <p:spPr>
                <a:xfrm>
                  <a:off x="2040572" y="1636966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31" name="Google Shape;2231;p42"/>
                <p:cNvSpPr/>
                <p:nvPr/>
              </p:nvSpPr>
              <p:spPr>
                <a:xfrm>
                  <a:off x="2040572" y="126650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32" name="Google Shape;2232;p42"/>
                <p:cNvSpPr/>
                <p:nvPr/>
              </p:nvSpPr>
              <p:spPr>
                <a:xfrm>
                  <a:off x="2040572" y="1081278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33" name="Google Shape;2233;p42"/>
                <p:cNvSpPr/>
                <p:nvPr/>
              </p:nvSpPr>
              <p:spPr>
                <a:xfrm>
                  <a:off x="2040572" y="896112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34" name="Google Shape;2234;p42"/>
                <p:cNvSpPr/>
                <p:nvPr/>
              </p:nvSpPr>
              <p:spPr>
                <a:xfrm>
                  <a:off x="2040572" y="710882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</p:grpSp>
          <p:sp>
            <p:nvSpPr>
              <p:cNvPr id="2235" name="Google Shape;2235;p42"/>
              <p:cNvSpPr/>
              <p:nvPr/>
            </p:nvSpPr>
            <p:spPr>
              <a:xfrm>
                <a:off x="2593657" y="525653"/>
                <a:ext cx="185229" cy="185229"/>
              </a:xfrm>
              <a:custGeom>
                <a:rect b="b" l="l" r="r" t="t"/>
                <a:pathLst>
                  <a:path extrusionOk="0" h="185229" w="185229">
                    <a:moveTo>
                      <a:pt x="0" y="0"/>
                    </a:moveTo>
                    <a:lnTo>
                      <a:pt x="185230" y="0"/>
                    </a:lnTo>
                    <a:lnTo>
                      <a:pt x="185230" y="185229"/>
                    </a:lnTo>
                    <a:lnTo>
                      <a:pt x="0" y="18522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sp>
          <p:nvSpPr>
            <p:cNvPr id="2236" name="Google Shape;2236;p42"/>
            <p:cNvSpPr/>
            <p:nvPr/>
          </p:nvSpPr>
          <p:spPr>
            <a:xfrm>
              <a:off x="2862815" y="3729522"/>
              <a:ext cx="618874" cy="687570"/>
            </a:xfrm>
            <a:custGeom>
              <a:rect b="b" l="l" r="r" t="t"/>
              <a:pathLst>
                <a:path extrusionOk="0" h="926020" w="833501">
                  <a:moveTo>
                    <a:pt x="184912" y="926020"/>
                  </a:moveTo>
                  <a:lnTo>
                    <a:pt x="184912" y="833565"/>
                  </a:lnTo>
                  <a:lnTo>
                    <a:pt x="92456" y="833565"/>
                  </a:lnTo>
                  <a:lnTo>
                    <a:pt x="92456" y="741109"/>
                  </a:lnTo>
                  <a:lnTo>
                    <a:pt x="0" y="741109"/>
                  </a:lnTo>
                  <a:lnTo>
                    <a:pt x="0" y="184912"/>
                  </a:lnTo>
                  <a:lnTo>
                    <a:pt x="92456" y="184912"/>
                  </a:lnTo>
                  <a:lnTo>
                    <a:pt x="92456" y="92456"/>
                  </a:lnTo>
                  <a:lnTo>
                    <a:pt x="184912" y="92456"/>
                  </a:lnTo>
                  <a:lnTo>
                    <a:pt x="184912" y="0"/>
                  </a:lnTo>
                  <a:lnTo>
                    <a:pt x="648589" y="0"/>
                  </a:lnTo>
                  <a:lnTo>
                    <a:pt x="648589" y="92456"/>
                  </a:lnTo>
                  <a:lnTo>
                    <a:pt x="741045" y="92456"/>
                  </a:lnTo>
                  <a:lnTo>
                    <a:pt x="741045" y="184912"/>
                  </a:lnTo>
                  <a:lnTo>
                    <a:pt x="833501" y="184912"/>
                  </a:lnTo>
                  <a:lnTo>
                    <a:pt x="833501" y="370523"/>
                  </a:lnTo>
                  <a:lnTo>
                    <a:pt x="648526" y="370523"/>
                  </a:lnTo>
                  <a:lnTo>
                    <a:pt x="648526" y="277432"/>
                  </a:lnTo>
                  <a:lnTo>
                    <a:pt x="555435" y="277432"/>
                  </a:lnTo>
                  <a:lnTo>
                    <a:pt x="555435" y="184975"/>
                  </a:lnTo>
                  <a:lnTo>
                    <a:pt x="277368" y="184975"/>
                  </a:lnTo>
                  <a:lnTo>
                    <a:pt x="277368" y="277432"/>
                  </a:lnTo>
                  <a:lnTo>
                    <a:pt x="184912" y="277432"/>
                  </a:lnTo>
                  <a:lnTo>
                    <a:pt x="184912" y="648589"/>
                  </a:lnTo>
                  <a:lnTo>
                    <a:pt x="277368" y="648589"/>
                  </a:lnTo>
                  <a:lnTo>
                    <a:pt x="277368" y="741045"/>
                  </a:lnTo>
                  <a:lnTo>
                    <a:pt x="555435" y="741045"/>
                  </a:lnTo>
                  <a:lnTo>
                    <a:pt x="555435" y="648589"/>
                  </a:lnTo>
                  <a:lnTo>
                    <a:pt x="648526" y="648589"/>
                  </a:lnTo>
                  <a:lnTo>
                    <a:pt x="648526" y="555498"/>
                  </a:lnTo>
                  <a:lnTo>
                    <a:pt x="833501" y="555498"/>
                  </a:lnTo>
                  <a:lnTo>
                    <a:pt x="833501" y="741109"/>
                  </a:lnTo>
                  <a:lnTo>
                    <a:pt x="741045" y="741109"/>
                  </a:lnTo>
                  <a:lnTo>
                    <a:pt x="741045" y="833565"/>
                  </a:lnTo>
                  <a:lnTo>
                    <a:pt x="648589" y="833565"/>
                  </a:lnTo>
                  <a:lnTo>
                    <a:pt x="648589" y="926020"/>
                  </a:lnTo>
                  <a:lnTo>
                    <a:pt x="184912" y="9260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237" name="Google Shape;2237;p42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1" name="Shape 2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" name="Google Shape;2242;p43"/>
          <p:cNvSpPr/>
          <p:nvPr/>
        </p:nvSpPr>
        <p:spPr>
          <a:xfrm>
            <a:off x="6243650" y="1349581"/>
            <a:ext cx="2550600" cy="9807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9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2243" name="Google Shape;2243;p43"/>
          <p:cNvSpPr/>
          <p:nvPr/>
        </p:nvSpPr>
        <p:spPr>
          <a:xfrm>
            <a:off x="6243652" y="2889399"/>
            <a:ext cx="2550600" cy="9807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9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2244" name="Google Shape;2244;p43"/>
          <p:cNvSpPr/>
          <p:nvPr/>
        </p:nvSpPr>
        <p:spPr>
          <a:xfrm>
            <a:off x="388300" y="1827749"/>
            <a:ext cx="4281000" cy="14880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9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2245" name="Google Shape;2245;p43"/>
          <p:cNvSpPr txBox="1"/>
          <p:nvPr>
            <p:ph type="title"/>
          </p:nvPr>
        </p:nvSpPr>
        <p:spPr>
          <a:xfrm>
            <a:off x="209775" y="468575"/>
            <a:ext cx="50160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Contact Me</a:t>
            </a:r>
            <a:endParaRPr/>
          </a:p>
        </p:txBody>
      </p:sp>
      <p:sp>
        <p:nvSpPr>
          <p:cNvPr id="2246" name="Google Shape;2246;p43"/>
          <p:cNvSpPr txBox="1"/>
          <p:nvPr>
            <p:ph idx="2" type="body"/>
          </p:nvPr>
        </p:nvSpPr>
        <p:spPr>
          <a:xfrm>
            <a:off x="167325" y="-39600"/>
            <a:ext cx="1169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Name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7" name="Google Shape;2247;p43"/>
          <p:cNvSpPr txBox="1"/>
          <p:nvPr>
            <p:ph idx="3" type="body"/>
          </p:nvPr>
        </p:nvSpPr>
        <p:spPr>
          <a:xfrm>
            <a:off x="940775" y="-39600"/>
            <a:ext cx="3810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   Course Number    Section    Time   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8" name="Google Shape;2248;p43"/>
          <p:cNvSpPr/>
          <p:nvPr/>
        </p:nvSpPr>
        <p:spPr>
          <a:xfrm>
            <a:off x="6387650" y="1924915"/>
            <a:ext cx="2353800" cy="2796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49" name="Google Shape;2249;p43"/>
          <p:cNvSpPr/>
          <p:nvPr/>
        </p:nvSpPr>
        <p:spPr>
          <a:xfrm>
            <a:off x="6387775" y="3514649"/>
            <a:ext cx="2353800" cy="2796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Luman Awale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50" name="Google Shape;2250;p43"/>
          <p:cNvSpPr txBox="1"/>
          <p:nvPr/>
        </p:nvSpPr>
        <p:spPr>
          <a:xfrm>
            <a:off x="6250525" y="1299715"/>
            <a:ext cx="120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Email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51" name="Google Shape;2251;p43"/>
          <p:cNvSpPr txBox="1"/>
          <p:nvPr/>
        </p:nvSpPr>
        <p:spPr>
          <a:xfrm>
            <a:off x="6247088" y="2889399"/>
            <a:ext cx="120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Teams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52" name="Google Shape;2252;p43"/>
          <p:cNvSpPr txBox="1"/>
          <p:nvPr/>
        </p:nvSpPr>
        <p:spPr>
          <a:xfrm>
            <a:off x="442675" y="2064499"/>
            <a:ext cx="406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Incase of any help </a:t>
            </a:r>
            <a:r>
              <a:rPr lang="en" sz="1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related to class or topic you didn’t understand feel free to contact me at given email or number</a:t>
            </a:r>
            <a:endParaRPr sz="1600">
              <a:solidFill>
                <a:schemeClr val="lt2"/>
              </a:solidFill>
              <a:highlight>
                <a:schemeClr val="accent3"/>
              </a:highlight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53" name="Google Shape;2253;p43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5818E"/>
        </a:solidFill>
      </p:bgPr>
    </p:bg>
    <p:spTree>
      <p:nvGrpSpPr>
        <p:cNvPr id="2257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8" name="Google Shape;2258;p44"/>
          <p:cNvGrpSpPr/>
          <p:nvPr/>
        </p:nvGrpSpPr>
        <p:grpSpPr>
          <a:xfrm>
            <a:off x="770446" y="1205858"/>
            <a:ext cx="1159959" cy="831696"/>
            <a:chOff x="1209150" y="2242475"/>
            <a:chExt cx="1258500" cy="902350"/>
          </a:xfrm>
        </p:grpSpPr>
        <p:sp>
          <p:nvSpPr>
            <p:cNvPr id="2259" name="Google Shape;2259;p44"/>
            <p:cNvSpPr/>
            <p:nvPr/>
          </p:nvSpPr>
          <p:spPr>
            <a:xfrm>
              <a:off x="1230200" y="2242475"/>
              <a:ext cx="411300" cy="816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84250" lIns="84250" spcFirstLastPara="1" rIns="84250" wrap="square" tIns="84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0"/>
            </a:p>
          </p:txBody>
        </p:sp>
        <p:sp>
          <p:nvSpPr>
            <p:cNvPr id="2260" name="Google Shape;2260;p44"/>
            <p:cNvSpPr/>
            <p:nvPr/>
          </p:nvSpPr>
          <p:spPr>
            <a:xfrm>
              <a:off x="1209150" y="2318025"/>
              <a:ext cx="1258500" cy="826800"/>
            </a:xfrm>
            <a:prstGeom prst="roundRect">
              <a:avLst>
                <a:gd fmla="val 5261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84250" lIns="84250" spcFirstLastPara="1" rIns="84250" wrap="square" tIns="84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0"/>
            </a:p>
          </p:txBody>
        </p:sp>
        <p:cxnSp>
          <p:nvCxnSpPr>
            <p:cNvPr id="2261" name="Google Shape;2261;p44"/>
            <p:cNvCxnSpPr/>
            <p:nvPr/>
          </p:nvCxnSpPr>
          <p:spPr>
            <a:xfrm>
              <a:off x="1209990" y="3091250"/>
              <a:ext cx="125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2675" rotWithShape="0" algn="bl" dir="5400000" dist="17558">
                <a:srgbClr val="000000">
                  <a:alpha val="30000"/>
                </a:srgbClr>
              </a:outerShdw>
            </a:effectLst>
          </p:spPr>
        </p:cxnSp>
      </p:grpSp>
      <p:pic>
        <p:nvPicPr>
          <p:cNvPr id="2262" name="Google Shape;226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375" y="1298983"/>
            <a:ext cx="623675" cy="6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3" name="Google Shape;226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491" y="2007739"/>
            <a:ext cx="6464859" cy="169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4" name="Google Shape;2264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4349" y="3308124"/>
            <a:ext cx="6396118" cy="62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5" name="Google Shape;2265;p44"/>
          <p:cNvSpPr txBox="1"/>
          <p:nvPr/>
        </p:nvSpPr>
        <p:spPr>
          <a:xfrm>
            <a:off x="1930400" y="1383200"/>
            <a:ext cx="1992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FFFF"/>
                </a:solidFill>
              </a:rPr>
              <a:t>MODULE 1</a:t>
            </a:r>
            <a:endParaRPr b="1" sz="1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9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0" name="Google Shape;2270;p45"/>
          <p:cNvSpPr txBox="1"/>
          <p:nvPr>
            <p:ph type="title"/>
          </p:nvPr>
        </p:nvSpPr>
        <p:spPr>
          <a:xfrm>
            <a:off x="208725" y="344175"/>
            <a:ext cx="61677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Agenda</a:t>
            </a:r>
            <a:endParaRPr/>
          </a:p>
        </p:txBody>
      </p:sp>
      <p:sp>
        <p:nvSpPr>
          <p:cNvPr id="2271" name="Google Shape;2271;p45"/>
          <p:cNvSpPr txBox="1"/>
          <p:nvPr>
            <p:ph idx="1" type="subTitle"/>
          </p:nvPr>
        </p:nvSpPr>
        <p:spPr>
          <a:xfrm>
            <a:off x="20872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Lexend"/>
                <a:ea typeface="Lexend"/>
                <a:cs typeface="Lexend"/>
                <a:sym typeface="Lexend"/>
              </a:rPr>
              <a:t>Data Analytics vs Business Analytics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2" name="Google Shape;2272;p45"/>
          <p:cNvSpPr txBox="1"/>
          <p:nvPr>
            <p:ph idx="2" type="subTitle"/>
          </p:nvPr>
        </p:nvSpPr>
        <p:spPr>
          <a:xfrm>
            <a:off x="3281550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Lexend"/>
                <a:ea typeface="Lexend"/>
                <a:cs typeface="Lexend"/>
                <a:sym typeface="Lexend"/>
              </a:rPr>
              <a:t>Analytics in Real-World Business</a:t>
            </a:r>
            <a:endParaRPr b="1"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3" name="Google Shape;2273;p45"/>
          <p:cNvSpPr txBox="1"/>
          <p:nvPr>
            <p:ph idx="3" type="subTitle"/>
          </p:nvPr>
        </p:nvSpPr>
        <p:spPr>
          <a:xfrm>
            <a:off x="635437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Lexend"/>
                <a:ea typeface="Lexend"/>
                <a:cs typeface="Lexend"/>
                <a:sym typeface="Lexend"/>
              </a:rPr>
              <a:t>The Data Lifecycle</a:t>
            </a:r>
            <a:endParaRPr b="1"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4" name="Google Shape;2274;p45"/>
          <p:cNvSpPr txBox="1"/>
          <p:nvPr>
            <p:ph idx="4" type="subTitle"/>
          </p:nvPr>
        </p:nvSpPr>
        <p:spPr>
          <a:xfrm>
            <a:off x="311705" y="41274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Lexend"/>
                <a:ea typeface="Lexend"/>
                <a:cs typeface="Lexend"/>
                <a:sym typeface="Lexend"/>
              </a:rPr>
              <a:t>Career Paths in Analytics and Data</a:t>
            </a:r>
            <a:endParaRPr b="1"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5" name="Google Shape;2275;p45"/>
          <p:cNvSpPr txBox="1"/>
          <p:nvPr>
            <p:ph idx="5" type="subTitle"/>
          </p:nvPr>
        </p:nvSpPr>
        <p:spPr>
          <a:xfrm>
            <a:off x="3227175" y="41274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Lexend"/>
                <a:ea typeface="Lexend"/>
                <a:cs typeface="Lexend"/>
                <a:sym typeface="Lexend"/>
              </a:rPr>
              <a:t>Excel for Data Analytics</a:t>
            </a:r>
            <a:endParaRPr b="1"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6" name="Google Shape;2276;p45"/>
          <p:cNvSpPr txBox="1"/>
          <p:nvPr>
            <p:ph idx="6" type="subTitle"/>
          </p:nvPr>
        </p:nvSpPr>
        <p:spPr>
          <a:xfrm>
            <a:off x="6376425" y="41274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Lexend"/>
                <a:ea typeface="Lexend"/>
                <a:cs typeface="Lexend"/>
                <a:sym typeface="Lexend"/>
              </a:rPr>
              <a:t>Basic Statistics in Fundamentals</a:t>
            </a:r>
            <a:endParaRPr b="1" sz="15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77" name="Google Shape;227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165" y="1804514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8" name="Google Shape;2278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1240" y="1773347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9" name="Google Shape;2279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1500" y="17733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0" name="Google Shape;2280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0175" y="3489575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1" name="Google Shape;2281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91250" y="35560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2" name="Google Shape;2282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31500" y="3489575"/>
            <a:ext cx="5715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286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87" name="Google Shape;2287;p46"/>
          <p:cNvGraphicFramePr/>
          <p:nvPr/>
        </p:nvGraphicFramePr>
        <p:xfrm>
          <a:off x="457198" y="12937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{2C13D4CF-FD6D-4F2C-BE6B-8F1AE8A94E03}</a:tableStyleId>
              </a:tblPr>
              <a:tblGrid>
                <a:gridCol w="1914525"/>
                <a:gridCol w="3143250"/>
                <a:gridCol w="3171825"/>
              </a:tblGrid>
              <a:tr h="581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Aspect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Data Analytics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Business Analytics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F172A"/>
                          </a:solidFill>
                        </a:rPr>
                        <a:t>Primary Question</a:t>
                      </a:r>
                      <a:endParaRPr b="1" sz="1200">
                        <a:solidFill>
                          <a:srgbClr val="0F172A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F172A"/>
                          </a:solidFill>
                        </a:rPr>
                        <a:t>"What does the data tell us?"</a:t>
                      </a:r>
                      <a:endParaRPr sz="1500">
                        <a:solidFill>
                          <a:srgbClr val="0F172A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F172A"/>
                          </a:solidFill>
                        </a:rPr>
                        <a:t>"How can we improve the business?"</a:t>
                      </a:r>
                      <a:endParaRPr sz="1500">
                        <a:solidFill>
                          <a:srgbClr val="0F172A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F172A"/>
                          </a:solidFill>
                        </a:rPr>
                        <a:t>Skills Emphasis</a:t>
                      </a:r>
                      <a:endParaRPr b="1" sz="1200">
                        <a:solidFill>
                          <a:srgbClr val="0F172A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F172A"/>
                          </a:solidFill>
                        </a:rPr>
                        <a:t>Programming, statistics, machine learning</a:t>
                      </a:r>
                      <a:endParaRPr sz="1500">
                        <a:solidFill>
                          <a:srgbClr val="0F172A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F172A"/>
                          </a:solidFill>
                        </a:rPr>
                        <a:t>Domain knowledge, communication, strategy</a:t>
                      </a:r>
                      <a:endParaRPr sz="1500">
                        <a:solidFill>
                          <a:srgbClr val="0F172A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F172A"/>
                          </a:solidFill>
                        </a:rPr>
                        <a:t>Tools</a:t>
                      </a:r>
                      <a:endParaRPr b="1" sz="1200">
                        <a:solidFill>
                          <a:srgbClr val="0F172A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F172A"/>
                          </a:solidFill>
                        </a:rPr>
                        <a:t>Python, R, SQL, Tableau</a:t>
                      </a:r>
                      <a:endParaRPr sz="1500">
                        <a:solidFill>
                          <a:srgbClr val="0F172A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F172A"/>
                          </a:solidFill>
                        </a:rPr>
                        <a:t>Excel, Power BI, Dashboards</a:t>
                      </a:r>
                      <a:endParaRPr sz="1500">
                        <a:solidFill>
                          <a:srgbClr val="0F172A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F172A"/>
                          </a:solidFill>
                        </a:rPr>
                        <a:t>Output</a:t>
                      </a:r>
                      <a:endParaRPr b="1" sz="1200">
                        <a:solidFill>
                          <a:srgbClr val="0F172A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F172A"/>
                          </a:solidFill>
                        </a:rPr>
                        <a:t>Insights, models, visualizations</a:t>
                      </a:r>
                      <a:endParaRPr sz="1500">
                        <a:solidFill>
                          <a:srgbClr val="0F172A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F172A"/>
                          </a:solidFill>
                        </a:rPr>
                        <a:t>Reports, recommendations, decisions</a:t>
                      </a:r>
                      <a:endParaRPr sz="1500">
                        <a:solidFill>
                          <a:srgbClr val="0F172A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F172A"/>
                          </a:solidFill>
                        </a:rPr>
                        <a:t>Stakeholders</a:t>
                      </a:r>
                      <a:endParaRPr b="1" sz="1200">
                        <a:solidFill>
                          <a:srgbClr val="0F172A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F172A"/>
                          </a:solidFill>
                        </a:rPr>
                        <a:t>Data teams, engineers</a:t>
                      </a:r>
                      <a:endParaRPr sz="1500">
                        <a:solidFill>
                          <a:srgbClr val="0F172A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F172A"/>
                          </a:solidFill>
                        </a:rPr>
                        <a:t>Executives, managers, clients</a:t>
                      </a:r>
                      <a:endParaRPr sz="1500">
                        <a:solidFill>
                          <a:srgbClr val="0F172A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88" name="Google Shape;2288;p46"/>
          <p:cNvSpPr txBox="1"/>
          <p:nvPr/>
        </p:nvSpPr>
        <p:spPr>
          <a:xfrm>
            <a:off x="457200" y="395825"/>
            <a:ext cx="78963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 Differences between Data Analytics and Business Analytics</a:t>
            </a:r>
            <a:endParaRPr b="1"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2" name="Shape 2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3" name="Google Shape;229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879" y="1371611"/>
            <a:ext cx="3971125" cy="102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4" name="Google Shape;229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875" y="2535067"/>
            <a:ext cx="3971125" cy="102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5" name="Google Shape;229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6438" y="3785750"/>
            <a:ext cx="3971125" cy="102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6" name="Google Shape;229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6229" y="1371611"/>
            <a:ext cx="3971125" cy="102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7" name="Google Shape;229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6225" y="2535067"/>
            <a:ext cx="3971125" cy="102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8" name="Google Shape;229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250" y="2625525"/>
            <a:ext cx="554325" cy="55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9" name="Google Shape;2299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300" y="1470037"/>
            <a:ext cx="502225" cy="50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0" name="Google Shape;2300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19625" y="2622300"/>
            <a:ext cx="502225" cy="513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1" name="Google Shape;2301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19628" y="1470036"/>
            <a:ext cx="502225" cy="50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2" name="Google Shape;2302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18705" y="3895061"/>
            <a:ext cx="502225" cy="50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3" name="Google Shape;2303;p4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1700" y="252725"/>
            <a:ext cx="8839201" cy="890279"/>
          </a:xfrm>
          <a:prstGeom prst="rect">
            <a:avLst/>
          </a:prstGeom>
          <a:noFill/>
          <a:ln>
            <a:noFill/>
          </a:ln>
        </p:spPr>
      </p:pic>
      <p:sp>
        <p:nvSpPr>
          <p:cNvPr id="2304" name="Google Shape;2304;p47"/>
          <p:cNvSpPr txBox="1"/>
          <p:nvPr/>
        </p:nvSpPr>
        <p:spPr>
          <a:xfrm>
            <a:off x="1327225" y="2641075"/>
            <a:ext cx="1172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Retail</a:t>
            </a:r>
            <a:r>
              <a:rPr lang="en" sz="1300">
                <a:solidFill>
                  <a:schemeClr val="dk1"/>
                </a:solidFill>
              </a:rPr>
              <a:t> </a:t>
            </a:r>
            <a:endParaRPr sz="1600"/>
          </a:p>
        </p:txBody>
      </p:sp>
      <p:sp>
        <p:nvSpPr>
          <p:cNvPr id="2305" name="Google Shape;2305;p47"/>
          <p:cNvSpPr txBox="1"/>
          <p:nvPr/>
        </p:nvSpPr>
        <p:spPr>
          <a:xfrm>
            <a:off x="1327213" y="1459525"/>
            <a:ext cx="183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Finance</a:t>
            </a:r>
            <a:endParaRPr sz="1600"/>
          </a:p>
        </p:txBody>
      </p:sp>
      <p:sp>
        <p:nvSpPr>
          <p:cNvPr id="2306" name="Google Shape;2306;p47"/>
          <p:cNvSpPr txBox="1"/>
          <p:nvPr/>
        </p:nvSpPr>
        <p:spPr>
          <a:xfrm>
            <a:off x="5535675" y="1459488"/>
            <a:ext cx="183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Marketing</a:t>
            </a:r>
            <a:endParaRPr sz="1600"/>
          </a:p>
        </p:txBody>
      </p:sp>
      <p:sp>
        <p:nvSpPr>
          <p:cNvPr id="2307" name="Google Shape;2307;p47"/>
          <p:cNvSpPr txBox="1"/>
          <p:nvPr/>
        </p:nvSpPr>
        <p:spPr>
          <a:xfrm>
            <a:off x="5590050" y="2622625"/>
            <a:ext cx="183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Health Care</a:t>
            </a:r>
            <a:endParaRPr sz="1600"/>
          </a:p>
        </p:txBody>
      </p:sp>
      <p:sp>
        <p:nvSpPr>
          <p:cNvPr id="2308" name="Google Shape;2308;p47"/>
          <p:cNvSpPr txBox="1"/>
          <p:nvPr/>
        </p:nvSpPr>
        <p:spPr>
          <a:xfrm>
            <a:off x="3426275" y="3899875"/>
            <a:ext cx="210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E-Commerce</a:t>
            </a:r>
            <a:endParaRPr sz="1600"/>
          </a:p>
        </p:txBody>
      </p:sp>
      <p:sp>
        <p:nvSpPr>
          <p:cNvPr id="2309" name="Google Shape;2309;p47"/>
          <p:cNvSpPr txBox="1"/>
          <p:nvPr/>
        </p:nvSpPr>
        <p:spPr>
          <a:xfrm>
            <a:off x="1386650" y="1808925"/>
            <a:ext cx="28383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Risk Analysis, Fraud Detection, portfolio analysis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0" name="Google Shape;2310;p47"/>
          <p:cNvSpPr txBox="1"/>
          <p:nvPr/>
        </p:nvSpPr>
        <p:spPr>
          <a:xfrm>
            <a:off x="1386650" y="2997900"/>
            <a:ext cx="3055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Inventory Optimization, Decision Making, Recommendation, Customer base analysis</a:t>
            </a:r>
            <a:endParaRPr b="1"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1" name="Google Shape;2311;p47"/>
          <p:cNvSpPr txBox="1"/>
          <p:nvPr/>
        </p:nvSpPr>
        <p:spPr>
          <a:xfrm>
            <a:off x="5535575" y="1853000"/>
            <a:ext cx="28383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ROI Analysis, A/B Testing, customer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journey mapping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2" name="Google Shape;2312;p47"/>
          <p:cNvSpPr txBox="1"/>
          <p:nvPr/>
        </p:nvSpPr>
        <p:spPr>
          <a:xfrm>
            <a:off x="5590050" y="3049325"/>
            <a:ext cx="3055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Diagnosis Analysis, optimized patient outcome, reduce operational cost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3" name="Google Shape;2313;p47"/>
          <p:cNvSpPr txBox="1"/>
          <p:nvPr/>
        </p:nvSpPr>
        <p:spPr>
          <a:xfrm>
            <a:off x="3426275" y="4348975"/>
            <a:ext cx="3055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Cart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abandonment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analysis, price optimization, user behaviour analysis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7" name="Shape 2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8" name="Google Shape;231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8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9" name="Google Shape;231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85729"/>
            <a:ext cx="8839199" cy="400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0" name="Google Shape;2320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524726"/>
            <a:ext cx="1002450" cy="100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1" name="Google Shape;2321;p48"/>
          <p:cNvSpPr txBox="1"/>
          <p:nvPr/>
        </p:nvSpPr>
        <p:spPr>
          <a:xfrm>
            <a:off x="284900" y="2527175"/>
            <a:ext cx="1598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Data Collection</a:t>
            </a:r>
            <a:endParaRPr b="1"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(Raw Data)</a:t>
            </a:r>
            <a:endParaRPr b="1"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2" name="Google Shape;2322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68325" y="1524725"/>
            <a:ext cx="1002450" cy="100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3" name="Google Shape;2323;p48"/>
          <p:cNvSpPr txBox="1"/>
          <p:nvPr/>
        </p:nvSpPr>
        <p:spPr>
          <a:xfrm>
            <a:off x="2129155" y="2571750"/>
            <a:ext cx="8808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Cleaning</a:t>
            </a:r>
            <a:endParaRPr b="1"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4" name="Google Shape;2324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4950" y="1524725"/>
            <a:ext cx="1002450" cy="100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5" name="Google Shape;2325;p48"/>
          <p:cNvSpPr txBox="1"/>
          <p:nvPr/>
        </p:nvSpPr>
        <p:spPr>
          <a:xfrm>
            <a:off x="3885780" y="2571750"/>
            <a:ext cx="8808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Analysis</a:t>
            </a:r>
            <a:endParaRPr b="1"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6" name="Google Shape;2326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81575" y="1569300"/>
            <a:ext cx="1002450" cy="100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7" name="Google Shape;2327;p48"/>
          <p:cNvSpPr txBox="1"/>
          <p:nvPr/>
        </p:nvSpPr>
        <p:spPr>
          <a:xfrm>
            <a:off x="5642400" y="2571750"/>
            <a:ext cx="10908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Visualization</a:t>
            </a:r>
            <a:endParaRPr b="1"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8" name="Google Shape;2328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8200" y="1569300"/>
            <a:ext cx="1002450" cy="100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9" name="Google Shape;2329;p48"/>
          <p:cNvSpPr txBox="1"/>
          <p:nvPr/>
        </p:nvSpPr>
        <p:spPr>
          <a:xfrm>
            <a:off x="7338200" y="2626275"/>
            <a:ext cx="14721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Decision Making</a:t>
            </a:r>
            <a:endParaRPr b="1"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0" name="Google Shape;2330;p48"/>
          <p:cNvSpPr txBox="1"/>
          <p:nvPr/>
        </p:nvSpPr>
        <p:spPr>
          <a:xfrm>
            <a:off x="114300" y="2930775"/>
            <a:ext cx="1731000" cy="18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Primary Source of data like Surveys and experiments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Secondary Sources like databases and API’s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Maintaining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the quality of data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- 80% of time of analysis and data preparation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1" name="Google Shape;2331;p48"/>
          <p:cNvSpPr txBox="1"/>
          <p:nvPr/>
        </p:nvSpPr>
        <p:spPr>
          <a:xfrm>
            <a:off x="1877923" y="2930782"/>
            <a:ext cx="1731000" cy="18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Handling missing Values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Remove duplicates and inconsistencies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Foundation of analysis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Standardized formats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- 27% of data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contains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critical errors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2" name="Google Shape;2332;p48"/>
          <p:cNvSpPr txBox="1"/>
          <p:nvPr/>
        </p:nvSpPr>
        <p:spPr>
          <a:xfrm>
            <a:off x="3554552" y="2900490"/>
            <a:ext cx="1731000" cy="18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- 4 times faster decision making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Descriptive (What happened)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Diagnostic (Why)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Predictive (What will happen)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Prescriptive(What to do)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Finding patterns by stats and trends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3" name="Google Shape;2333;p48"/>
          <p:cNvSpPr txBox="1"/>
          <p:nvPr/>
        </p:nvSpPr>
        <p:spPr>
          <a:xfrm>
            <a:off x="5283731" y="2911525"/>
            <a:ext cx="1731000" cy="18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Faster ways to understand, visual representation in charts, dashboard of reports.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Transforming stats into stories and charts with right messages.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Diagrams speaks more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4" name="Google Shape;2334;p48"/>
          <p:cNvSpPr txBox="1"/>
          <p:nvPr/>
        </p:nvSpPr>
        <p:spPr>
          <a:xfrm>
            <a:off x="7154256" y="2900811"/>
            <a:ext cx="1731000" cy="18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Insights transformed into business strategies and actions.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Boost business outcomes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Productivity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boost using analytics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35" name="Google Shape;2335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14150" y="1845850"/>
            <a:ext cx="754175" cy="30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6" name="Google Shape;2336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70775" y="1834463"/>
            <a:ext cx="754175" cy="30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7" name="Google Shape;2337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27400" y="1873700"/>
            <a:ext cx="754175" cy="30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8" name="Google Shape;2338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84025" y="1873700"/>
            <a:ext cx="754175" cy="30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9" name="Google Shape;2339;p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3549" y="1687588"/>
            <a:ext cx="798744" cy="598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0" name="Google Shape;2340;p4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192468" y="1679189"/>
            <a:ext cx="754174" cy="615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1" name="Google Shape;2341;p4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92875" y="1726813"/>
            <a:ext cx="666598" cy="59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2" name="Google Shape;2342;p4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749500" y="1765625"/>
            <a:ext cx="666600" cy="66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3" name="Google Shape;2343;p4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462325" y="1744225"/>
            <a:ext cx="880799" cy="698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7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8" name="Google Shape;234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8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9" name="Google Shape;2349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575" y="1636550"/>
            <a:ext cx="2164275" cy="216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0" name="Google Shape;2350;p49"/>
          <p:cNvSpPr txBox="1"/>
          <p:nvPr/>
        </p:nvSpPr>
        <p:spPr>
          <a:xfrm>
            <a:off x="152400" y="933775"/>
            <a:ext cx="87231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Data Collection (Raw Data)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1" name="Google Shape;2351;p49"/>
          <p:cNvSpPr txBox="1"/>
          <p:nvPr/>
        </p:nvSpPr>
        <p:spPr>
          <a:xfrm>
            <a:off x="3594025" y="1485900"/>
            <a:ext cx="4944300" cy="3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Primary Source of data like Surveys and experiments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Secondary Sources like databases and API’s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Maintaining of the quality of data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80% of time of analysis and data preparation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352" name="Google Shape;2352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3467" y="1988166"/>
            <a:ext cx="1724478" cy="1291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6" name="Shape 2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7" name="Google Shape;235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8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8" name="Google Shape;235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150" y="1854025"/>
            <a:ext cx="2186025" cy="21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9" name="Google Shape;2359;p50"/>
          <p:cNvSpPr txBox="1"/>
          <p:nvPr/>
        </p:nvSpPr>
        <p:spPr>
          <a:xfrm>
            <a:off x="152400" y="1042675"/>
            <a:ext cx="86604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Cleaning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0" name="Google Shape;2360;p50"/>
          <p:cNvSpPr txBox="1"/>
          <p:nvPr/>
        </p:nvSpPr>
        <p:spPr>
          <a:xfrm>
            <a:off x="3911399" y="1606809"/>
            <a:ext cx="4365900" cy="29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Char char="●"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Handling missing Values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Char char="●"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Remove duplicates and inconsistencies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Char char="●"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Foundation of analysis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Char char="●"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Standardized formats 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Char char="●"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27% of data contains critical errors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361" name="Google Shape;2361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4866" y="2190861"/>
            <a:ext cx="1644615" cy="1341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5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6" name="Google Shape;236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8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7" name="Google Shape;236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825" y="1835925"/>
            <a:ext cx="2049300" cy="204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8" name="Google Shape;2368;p51"/>
          <p:cNvSpPr txBox="1"/>
          <p:nvPr/>
        </p:nvSpPr>
        <p:spPr>
          <a:xfrm>
            <a:off x="152400" y="1042675"/>
            <a:ext cx="8422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Analysis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9" name="Google Shape;2369;p51"/>
          <p:cNvSpPr txBox="1"/>
          <p:nvPr/>
        </p:nvSpPr>
        <p:spPr>
          <a:xfrm>
            <a:off x="3395851" y="1571049"/>
            <a:ext cx="5033700" cy="3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Char char="●"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4 times faster decision making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Char char="●"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Descriptive (What happened)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Char char="●"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Diagnostic (Why)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Char char="●"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Predictive (What will happen)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Char char="●"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Prescriptive(What to do)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Char char="●"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Finding patterns by stats and trends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370" name="Google Shape;2370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113" y="2249050"/>
            <a:ext cx="1362722" cy="122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4" name="Shape 2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5" name="Google Shape;237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8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6" name="Google Shape;237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700" y="1971675"/>
            <a:ext cx="1956425" cy="19564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7" name="Google Shape;2377;p52"/>
          <p:cNvSpPr txBox="1"/>
          <p:nvPr/>
        </p:nvSpPr>
        <p:spPr>
          <a:xfrm>
            <a:off x="383700" y="1143000"/>
            <a:ext cx="86079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Visualization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8" name="Google Shape;2378;p52"/>
          <p:cNvSpPr txBox="1"/>
          <p:nvPr/>
        </p:nvSpPr>
        <p:spPr>
          <a:xfrm>
            <a:off x="3271990" y="1780600"/>
            <a:ext cx="4896600" cy="30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Faster ways to understand, visual representation in charts, dashboard of reports.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Char char="●"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Transforming stats into stories and charts with right messages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Char char="●"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Diagrams speaks more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379" name="Google Shape;2379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430" y="2354831"/>
            <a:ext cx="1300966" cy="1300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3" name="Shape 2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4" name="Google Shape;238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8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5" name="Google Shape;2385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450" y="1539225"/>
            <a:ext cx="2065050" cy="2065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6" name="Google Shape;2386;p53"/>
          <p:cNvSpPr txBox="1"/>
          <p:nvPr/>
        </p:nvSpPr>
        <p:spPr>
          <a:xfrm>
            <a:off x="574457" y="1123650"/>
            <a:ext cx="80619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925" lIns="148925" spcFirstLastPara="1" rIns="148925" wrap="square" tIns="148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29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Decision Making</a:t>
            </a:r>
            <a:endParaRPr b="1" sz="2029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7" name="Google Shape;2387;p53"/>
          <p:cNvSpPr txBox="1"/>
          <p:nvPr/>
        </p:nvSpPr>
        <p:spPr>
          <a:xfrm>
            <a:off x="3109153" y="1700535"/>
            <a:ext cx="5527200" cy="29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8925" lIns="148925" spcFirstLastPara="1" rIns="148925" wrap="square" tIns="1489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692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I</a:t>
            </a:r>
            <a:r>
              <a:rPr lang="en" sz="1592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nsights transformed into business strategies and actions.</a:t>
            </a:r>
            <a:endParaRPr sz="1592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2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2967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2"/>
              <a:buFont typeface="Lexend Light"/>
              <a:buChar char="●"/>
            </a:pPr>
            <a:r>
              <a:rPr lang="en" sz="1592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Boost business outcomes</a:t>
            </a:r>
            <a:endParaRPr sz="1592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2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2967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2"/>
              <a:buFont typeface="Lexend Light"/>
              <a:buChar char="●"/>
            </a:pPr>
            <a:r>
              <a:rPr lang="en" sz="1592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Productivity boost using analytics</a:t>
            </a:r>
            <a:endParaRPr sz="1592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388" name="Google Shape;2388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148" y="1899570"/>
            <a:ext cx="1814449" cy="1439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2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p54"/>
          <p:cNvSpPr txBox="1"/>
          <p:nvPr>
            <p:ph idx="1" type="body"/>
          </p:nvPr>
        </p:nvSpPr>
        <p:spPr>
          <a:xfrm>
            <a:off x="1578900" y="1135050"/>
            <a:ext cx="5986200" cy="287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latin typeface="Lexend"/>
                <a:ea typeface="Lexend"/>
                <a:cs typeface="Lexend"/>
                <a:sym typeface="Lexend"/>
              </a:rPr>
              <a:t>Any </a:t>
            </a:r>
            <a:endParaRPr b="1" sz="3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latin typeface="Lexend"/>
                <a:ea typeface="Lexend"/>
                <a:cs typeface="Lexend"/>
                <a:sym typeface="Lexend"/>
              </a:rPr>
              <a:t>Questions?</a:t>
            </a:r>
            <a:endParaRPr b="1" sz="3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397" name="Shape 2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8" name="Google Shape;239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5750"/>
            <a:ext cx="8839201" cy="8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9" name="Google Shape;2399;p55"/>
          <p:cNvPicPr preferRelativeResize="0"/>
          <p:nvPr/>
        </p:nvPicPr>
        <p:blipFill rotWithShape="1">
          <a:blip r:embed="rId4">
            <a:alphaModFix/>
          </a:blip>
          <a:srcRect b="17011" l="0" r="0" t="7117"/>
          <a:stretch/>
        </p:blipFill>
        <p:spPr>
          <a:xfrm>
            <a:off x="152400" y="1273611"/>
            <a:ext cx="8839198" cy="263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400" name="Google Shape;2400;p55"/>
          <p:cNvSpPr txBox="1"/>
          <p:nvPr/>
        </p:nvSpPr>
        <p:spPr>
          <a:xfrm>
            <a:off x="399010" y="799722"/>
            <a:ext cx="87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Multiple pathways to a rewarding career in data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401" name="Google Shape;2401;p55"/>
          <p:cNvSpPr txBox="1"/>
          <p:nvPr/>
        </p:nvSpPr>
        <p:spPr>
          <a:xfrm>
            <a:off x="230525" y="4027800"/>
            <a:ext cx="8745000" cy="9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Note: There are other job options, including market analyst, product analyst, SQL developer, and data architect.</a:t>
            </a:r>
            <a:endParaRPr b="1"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5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6" name="Google Shape;240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791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7" name="Google Shape;2407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150200"/>
            <a:ext cx="8538274" cy="262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8" name="Google Shape;2408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805100"/>
            <a:ext cx="8538274" cy="1189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2" name="Shape 2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3" name="Google Shape;2413;p57"/>
          <p:cNvSpPr txBox="1"/>
          <p:nvPr/>
        </p:nvSpPr>
        <p:spPr>
          <a:xfrm>
            <a:off x="1080675" y="984925"/>
            <a:ext cx="7386900" cy="3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Lets See it in Excel</a:t>
            </a:r>
            <a:endParaRPr b="1" sz="3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7" name="Shape 2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8" name="Google Shape;241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2725"/>
            <a:ext cx="8839201" cy="8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9" name="Google Shape;2419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038" y="1143000"/>
            <a:ext cx="8483925" cy="3428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3" name="Shape 2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4" name="Google Shape;2424;p59"/>
          <p:cNvSpPr txBox="1"/>
          <p:nvPr>
            <p:ph idx="1" type="body"/>
          </p:nvPr>
        </p:nvSpPr>
        <p:spPr>
          <a:xfrm>
            <a:off x="1578900" y="1135050"/>
            <a:ext cx="5986200" cy="287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latin typeface="Lexend"/>
                <a:ea typeface="Lexend"/>
                <a:cs typeface="Lexend"/>
                <a:sym typeface="Lexend"/>
              </a:rPr>
              <a:t>Any </a:t>
            </a:r>
            <a:endParaRPr b="1" sz="3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latin typeface="Lexend"/>
                <a:ea typeface="Lexend"/>
                <a:cs typeface="Lexend"/>
                <a:sym typeface="Lexend"/>
              </a:rPr>
              <a:t>Questions?</a:t>
            </a:r>
            <a:endParaRPr b="1" sz="3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8" name="Shape 2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9" name="Google Shape;2429;p60"/>
          <p:cNvSpPr txBox="1"/>
          <p:nvPr>
            <p:ph idx="1" type="body"/>
          </p:nvPr>
        </p:nvSpPr>
        <p:spPr>
          <a:xfrm>
            <a:off x="1578900" y="1135050"/>
            <a:ext cx="5986200" cy="287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Lexend"/>
                <a:ea typeface="Lexend"/>
                <a:cs typeface="Lexend"/>
                <a:sym typeface="Lexend"/>
              </a:rPr>
              <a:t>Module - 2</a:t>
            </a:r>
            <a:endParaRPr b="1" sz="3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Lexend"/>
                <a:ea typeface="Lexend"/>
                <a:cs typeface="Lexend"/>
                <a:sym typeface="Lexend"/>
              </a:rPr>
              <a:t>Day - 2</a:t>
            </a:r>
            <a:endParaRPr b="1" sz="3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3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p61"/>
          <p:cNvSpPr txBox="1"/>
          <p:nvPr>
            <p:ph idx="4294967295" type="title"/>
          </p:nvPr>
        </p:nvSpPr>
        <p:spPr>
          <a:xfrm>
            <a:off x="208725" y="344175"/>
            <a:ext cx="87297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Data Cleaning and ETL</a:t>
            </a:r>
            <a:endParaRPr sz="4000"/>
          </a:p>
        </p:txBody>
      </p:sp>
      <p:sp>
        <p:nvSpPr>
          <p:cNvPr id="2435" name="Google Shape;2435;p61"/>
          <p:cNvSpPr txBox="1"/>
          <p:nvPr/>
        </p:nvSpPr>
        <p:spPr>
          <a:xfrm>
            <a:off x="396700" y="1244825"/>
            <a:ext cx="8262300" cy="3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Light"/>
              <a:buChar char="●"/>
            </a:pPr>
            <a:r>
              <a:rPr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Data </a:t>
            </a:r>
            <a:r>
              <a:rPr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Sourcing</a:t>
            </a:r>
            <a:endParaRPr sz="2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Light"/>
              <a:buChar char="●"/>
            </a:pPr>
            <a:r>
              <a:rPr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ETL</a:t>
            </a:r>
            <a:endParaRPr sz="2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Light"/>
              <a:buChar char="●"/>
            </a:pPr>
            <a:r>
              <a:rPr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Identifying Missing Values and Fixing missing values, duplicates, and inconsistent data</a:t>
            </a:r>
            <a:endParaRPr sz="2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Light"/>
              <a:buChar char="●"/>
            </a:pPr>
            <a:r>
              <a:rPr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Data Quality checks</a:t>
            </a:r>
            <a:endParaRPr sz="2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t To Know Me">
  <a:themeElements>
    <a:clrScheme name="Simple Light">
      <a:dk1>
        <a:srgbClr val="000000"/>
      </a:dk1>
      <a:lt1>
        <a:srgbClr val="4F4F4F"/>
      </a:lt1>
      <a:dk2>
        <a:srgbClr val="E7E7E7"/>
      </a:dk2>
      <a:lt2>
        <a:srgbClr val="FFFFFF"/>
      </a:lt2>
      <a:accent1>
        <a:srgbClr val="F4F2F2"/>
      </a:accent1>
      <a:accent2>
        <a:srgbClr val="119BFE"/>
      </a:accent2>
      <a:accent3>
        <a:srgbClr val="FF6B4D"/>
      </a:accent3>
      <a:accent4>
        <a:srgbClr val="28C840"/>
      </a:accent4>
      <a:accent5>
        <a:srgbClr val="FFC600"/>
      </a:accent5>
      <a:accent6>
        <a:srgbClr val="CCCCCC"/>
      </a:accent6>
      <a:hlink>
        <a:srgbClr val="E2AFD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