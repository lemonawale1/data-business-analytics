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FA580D-57A0-4114-85FF-51BB2F78A275}">
  <a:tblStyle styleId="{52FA580D-57A0-4114-85FF-51BB2F78A2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verage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2e63a34b2_0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2e63a34b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03ae8e2e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03ae8e2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e63a34b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2e63a34b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07702330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07702330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07702330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07702330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e63a34b2_0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2e63a34b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2e63a34b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2e63a34b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- 2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- 03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Basic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Python? Why use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Variables — storing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Types — numbers, text, yes/no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Doing Math with Python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Working with Text (Strings)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Lists — storing multiple items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Dictionaries — like a real dictionary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/ Else — making decisions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Loops — repeating tasks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Functions — reusable code blocks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Pandas Basics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537000" y="48855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Python</a:t>
            </a:r>
            <a:endParaRPr sz="4200"/>
          </a:p>
        </p:txBody>
      </p:sp>
      <p:sp>
        <p:nvSpPr>
          <p:cNvPr id="72" name="Google Shape;72;p15"/>
          <p:cNvSpPr txBox="1"/>
          <p:nvPr/>
        </p:nvSpPr>
        <p:spPr>
          <a:xfrm>
            <a:off x="537000" y="1437300"/>
            <a:ext cx="8200500" cy="22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Why Python?</a:t>
            </a:r>
            <a:endParaRPr b="1" sz="20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Open Source and </a:t>
            </a:r>
            <a:r>
              <a:rPr lang="en" sz="1800"/>
              <a:t>available</a:t>
            </a:r>
            <a:r>
              <a:rPr lang="en" sz="1800"/>
              <a:t> free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Handles large datasets easily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Automates </a:t>
            </a:r>
            <a:r>
              <a:rPr lang="en" sz="1800"/>
              <a:t>repetitive</a:t>
            </a:r>
            <a:r>
              <a:rPr lang="en" sz="1800"/>
              <a:t> tasks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Extensive</a:t>
            </a:r>
            <a:r>
              <a:rPr lang="en" sz="1800"/>
              <a:t> </a:t>
            </a:r>
            <a:r>
              <a:rPr lang="en" sz="1800"/>
              <a:t>Libraries</a:t>
            </a:r>
            <a:r>
              <a:rPr lang="en" sz="1800"/>
              <a:t> like numpy, pandas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Industry standard for data science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843150" y="583500"/>
            <a:ext cx="7457700" cy="3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Basic Libraries </a:t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Pandas:  </a:t>
            </a:r>
            <a:endParaRPr b="1"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Go to libraries for data manipulation, provides data structure as data frames, and helps to load files and read the datasets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Numpy: </a:t>
            </a:r>
            <a:endParaRPr b="1"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Used for Scientific computing, ML and data science, vectorization and matrix.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Matplotlib: </a:t>
            </a:r>
            <a:endParaRPr b="1"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Used to create static, animated, and interactive data visualizations</a:t>
            </a:r>
            <a:r>
              <a:rPr b="1"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b="1"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Python Basics</a:t>
            </a:r>
            <a:endParaRPr sz="2500"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743400" y="470400"/>
            <a:ext cx="4207200" cy="42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What is Python? Why use it?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Variables — storing information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Data Types — numbers, text, yes/no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Doing Math with Python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Working with Text (Strings)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Lists — storing multiple items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Dictionaries — like a real dictionary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If / Else — making decisions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Loops — repeating tasks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Functions — reusable code blocks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4467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Do It in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Jupyter NoteBook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Basics</a:t>
            </a:r>
            <a:endParaRPr/>
          </a:p>
        </p:txBody>
      </p:sp>
      <p:sp>
        <p:nvSpPr>
          <p:cNvPr id="99" name="Google Shape;99;p20"/>
          <p:cNvSpPr txBox="1"/>
          <p:nvPr>
            <p:ph idx="2" type="body"/>
          </p:nvPr>
        </p:nvSpPr>
        <p:spPr>
          <a:xfrm>
            <a:off x="5012125" y="11599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 sz="2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 Frames</a:t>
            </a:r>
            <a:endParaRPr sz="2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Read CSV </a:t>
            </a:r>
            <a:endParaRPr sz="2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Read JSON Files</a:t>
            </a:r>
            <a:endParaRPr sz="2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Function that helps to analyze the data in Python</a:t>
            </a:r>
            <a:endParaRPr sz="2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467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Do It in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Jupyter NoteBook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537000" y="21020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Common pandas Operations</a:t>
            </a:r>
            <a:endParaRPr b="1" sz="4200"/>
          </a:p>
        </p:txBody>
      </p:sp>
      <p:graphicFrame>
        <p:nvGraphicFramePr>
          <p:cNvPr id="110" name="Google Shape;110;p22"/>
          <p:cNvGraphicFramePr/>
          <p:nvPr/>
        </p:nvGraphicFramePr>
        <p:xfrm>
          <a:off x="537000" y="94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{52FA580D-57A0-4114-85FF-51BB2F78A275}</a:tableStyleId>
              </a:tblPr>
              <a:tblGrid>
                <a:gridCol w="3865725"/>
                <a:gridCol w="3865725"/>
              </a:tblGrid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Read CSV / Dataset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pd.read_csv(‘file.csv’)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View Structure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df.info(), df.describe()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Check For Nulls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df.isnull().sum()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Drop Duplicates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df.drop_duplicates()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Fill Missing Values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df.fillna()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Filter rows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4155"/>
                          </a:solidFill>
                        </a:rPr>
                        <a:t>df[df['column'] &gt; 100]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Create new column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4155"/>
                          </a:solidFill>
                        </a:rPr>
                        <a:t>df['profit'] = df['revenue'] - df['cost']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6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Save to File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4155"/>
                          </a:solidFill>
                        </a:rPr>
                        <a:t>df.to_csv('clean_data.csv')</a:t>
                      </a:r>
                      <a:r>
                        <a:rPr lang="en"/>
                        <a:t> 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- 04 Plan </a:t>
            </a:r>
            <a:endParaRPr/>
          </a:p>
        </p:txBody>
      </p:sp>
      <p:sp>
        <p:nvSpPr>
          <p:cNvPr id="121" name="Google Shape;121;p24"/>
          <p:cNvSpPr txBox="1"/>
          <p:nvPr>
            <p:ph idx="4294967295" type="body"/>
          </p:nvPr>
        </p:nvSpPr>
        <p:spPr>
          <a:xfrm>
            <a:off x="311700" y="1263483"/>
            <a:ext cx="5366700" cy="30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/>
              <a:t>Analyze Fresh new dataset using pandas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Explore P</a:t>
            </a:r>
            <a:r>
              <a:rPr b="1" lang="en"/>
              <a:t>andas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Cleaning and Analyzing the data using Pandas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Assessments - 02</a:t>
            </a:r>
            <a:endParaRPr b="1"/>
          </a:p>
        </p:txBody>
      </p:sp>
      <p:sp>
        <p:nvSpPr>
          <p:cNvPr id="122" name="Google Shape;122;p24"/>
          <p:cNvSpPr txBox="1"/>
          <p:nvPr>
            <p:ph idx="4294967295" type="body"/>
          </p:nvPr>
        </p:nvSpPr>
        <p:spPr>
          <a:xfrm>
            <a:off x="7614800" y="254200"/>
            <a:ext cx="1070700" cy="2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</a:rPr>
              <a:t>Practical</a:t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123" name="Google Shape;123;p24"/>
          <p:cNvSpPr/>
          <p:nvPr/>
        </p:nvSpPr>
        <p:spPr>
          <a:xfrm>
            <a:off x="8685573" y="254209"/>
            <a:ext cx="219000" cy="21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>
            <p:ph idx="4294967295" type="body"/>
          </p:nvPr>
        </p:nvSpPr>
        <p:spPr>
          <a:xfrm>
            <a:off x="7699525" y="602125"/>
            <a:ext cx="986100" cy="2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</a:rPr>
              <a:t>Theory</a:t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8685573" y="602134"/>
            <a:ext cx="219000" cy="21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4"/>
          <p:cNvSpPr txBox="1"/>
          <p:nvPr>
            <p:ph idx="4294967295" type="body"/>
          </p:nvPr>
        </p:nvSpPr>
        <p:spPr>
          <a:xfrm>
            <a:off x="7260954" y="45447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Day 02</a:t>
            </a:r>
            <a:endParaRPr sz="1300"/>
          </a:p>
        </p:txBody>
      </p:sp>
      <p:sp>
        <p:nvSpPr>
          <p:cNvPr id="127" name="Google Shape;127;p24"/>
          <p:cNvSpPr/>
          <p:nvPr/>
        </p:nvSpPr>
        <p:spPr>
          <a:xfrm>
            <a:off x="7261016" y="2383501"/>
            <a:ext cx="689400" cy="94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4294967295" type="body"/>
          </p:nvPr>
        </p:nvSpPr>
        <p:spPr>
          <a:xfrm>
            <a:off x="7274566" y="2371474"/>
            <a:ext cx="689400" cy="9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Lab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29" name="Google Shape;129;p24"/>
          <p:cNvSpPr/>
          <p:nvPr/>
        </p:nvSpPr>
        <p:spPr>
          <a:xfrm>
            <a:off x="7261016" y="3320875"/>
            <a:ext cx="689400" cy="12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 txBox="1"/>
          <p:nvPr>
            <p:ph idx="4294967295" type="body"/>
          </p:nvPr>
        </p:nvSpPr>
        <p:spPr>
          <a:xfrm>
            <a:off x="7260966" y="36974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Theory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1" name="Google Shape;131;p24"/>
          <p:cNvSpPr txBox="1"/>
          <p:nvPr>
            <p:ph idx="4294967295" type="body"/>
          </p:nvPr>
        </p:nvSpPr>
        <p:spPr>
          <a:xfrm>
            <a:off x="6442641" y="4544700"/>
            <a:ext cx="6897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Day 01</a:t>
            </a:r>
            <a:endParaRPr sz="1300"/>
          </a:p>
        </p:txBody>
      </p:sp>
      <p:sp>
        <p:nvSpPr>
          <p:cNvPr id="132" name="Google Shape;132;p24"/>
          <p:cNvSpPr/>
          <p:nvPr/>
        </p:nvSpPr>
        <p:spPr>
          <a:xfrm>
            <a:off x="6448819" y="1641307"/>
            <a:ext cx="689400" cy="30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>
            <p:ph idx="4294967295" type="body"/>
          </p:nvPr>
        </p:nvSpPr>
        <p:spPr>
          <a:xfrm>
            <a:off x="6443056" y="1641288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Lab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6448819" y="1947601"/>
            <a:ext cx="689400" cy="259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 txBox="1"/>
          <p:nvPr>
            <p:ph idx="4294967295" type="body"/>
          </p:nvPr>
        </p:nvSpPr>
        <p:spPr>
          <a:xfrm>
            <a:off x="6443031" y="29358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Theory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6" name="Google Shape;136;p24"/>
          <p:cNvSpPr txBox="1"/>
          <p:nvPr>
            <p:ph idx="4294967295" type="body"/>
          </p:nvPr>
        </p:nvSpPr>
        <p:spPr>
          <a:xfrm>
            <a:off x="8117854" y="45447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Day 03</a:t>
            </a:r>
            <a:endParaRPr sz="1300"/>
          </a:p>
        </p:txBody>
      </p:sp>
      <p:sp>
        <p:nvSpPr>
          <p:cNvPr id="137" name="Google Shape;137;p24"/>
          <p:cNvSpPr/>
          <p:nvPr/>
        </p:nvSpPr>
        <p:spPr>
          <a:xfrm>
            <a:off x="8106091" y="2535684"/>
            <a:ext cx="689700" cy="143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 txBox="1"/>
          <p:nvPr>
            <p:ph idx="4294967295" type="body"/>
          </p:nvPr>
        </p:nvSpPr>
        <p:spPr>
          <a:xfrm>
            <a:off x="8117854" y="3083377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Lab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8106266" y="3972700"/>
            <a:ext cx="689400" cy="57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 txBox="1"/>
          <p:nvPr>
            <p:ph idx="4294967295" type="body"/>
          </p:nvPr>
        </p:nvSpPr>
        <p:spPr>
          <a:xfrm>
            <a:off x="8078579" y="41284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Theory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